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2DC"/>
    <a:srgbClr val="FBE8C1"/>
    <a:srgbClr val="F5E003"/>
    <a:srgbClr val="EDAA2D"/>
    <a:srgbClr val="EFEFEF"/>
    <a:srgbClr val="666666"/>
    <a:srgbClr val="E5B611"/>
    <a:srgbClr val="8F8E8C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638336-CECA-43F7-AD28-78665F6768B2}" v="149" dt="2026-07-24T07:08:13.339"/>
    <p1510:client id="{CB482469-682B-4787-8B60-43A3D30EE60C}" v="973" dt="2026-07-23T19:29:18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2" autoAdjust="0"/>
    <p:restoredTop sz="94660"/>
  </p:normalViewPr>
  <p:slideViewPr>
    <p:cSldViewPr snapToGrid="0">
      <p:cViewPr>
        <p:scale>
          <a:sx n="75" d="100"/>
          <a:sy n="75" d="100"/>
        </p:scale>
        <p:origin x="106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CASTIBLANCO" userId="8a3a5922-b1f5-45e2-8091-3e9df8cf8f22" providerId="ADAL" clId="{0EFB1117-2783-494F-9CC6-A8DC59321477}"/>
    <pc:docChg chg="undo redo custSel addSld delSld modSld">
      <pc:chgData name="DAVID CASTIBLANCO" userId="8a3a5922-b1f5-45e2-8091-3e9df8cf8f22" providerId="ADAL" clId="{0EFB1117-2783-494F-9CC6-A8DC59321477}" dt="2026-07-24T07:10:52.828" v="5878" actId="1076"/>
      <pc:docMkLst>
        <pc:docMk/>
      </pc:docMkLst>
      <pc:sldChg chg="addSp delSp modSp mod setBg">
        <pc:chgData name="DAVID CASTIBLANCO" userId="8a3a5922-b1f5-45e2-8091-3e9df8cf8f22" providerId="ADAL" clId="{0EFB1117-2783-494F-9CC6-A8DC59321477}" dt="2026-07-24T04:41:10.034" v="3528" actId="20577"/>
        <pc:sldMkLst>
          <pc:docMk/>
          <pc:sldMk cId="2838961385" sldId="256"/>
        </pc:sldMkLst>
        <pc:spChg chg="mod">
          <ac:chgData name="DAVID CASTIBLANCO" userId="8a3a5922-b1f5-45e2-8091-3e9df8cf8f22" providerId="ADAL" clId="{0EFB1117-2783-494F-9CC6-A8DC59321477}" dt="2026-07-24T04:25:40.440" v="3251" actId="1076"/>
          <ac:spMkLst>
            <pc:docMk/>
            <pc:sldMk cId="2838961385" sldId="256"/>
            <ac:spMk id="4" creationId="{957AFB46-A701-A791-3F25-EC369CB27973}"/>
          </ac:spMkLst>
        </pc:spChg>
        <pc:spChg chg="mod">
          <ac:chgData name="DAVID CASTIBLANCO" userId="8a3a5922-b1f5-45e2-8091-3e9df8cf8f22" providerId="ADAL" clId="{0EFB1117-2783-494F-9CC6-A8DC59321477}" dt="2026-07-24T04:25:59.381" v="3312" actId="1035"/>
          <ac:spMkLst>
            <pc:docMk/>
            <pc:sldMk cId="2838961385" sldId="256"/>
            <ac:spMk id="6" creationId="{135BA542-1ED3-C05E-F482-359A3D56F618}"/>
          </ac:spMkLst>
        </pc:spChg>
        <pc:spChg chg="del mod">
          <ac:chgData name="DAVID CASTIBLANCO" userId="8a3a5922-b1f5-45e2-8091-3e9df8cf8f22" providerId="ADAL" clId="{0EFB1117-2783-494F-9CC6-A8DC59321477}" dt="2026-07-24T04:23:00.978" v="3210" actId="478"/>
          <ac:spMkLst>
            <pc:docMk/>
            <pc:sldMk cId="2838961385" sldId="256"/>
            <ac:spMk id="8" creationId="{8B9D1CB9-5CD6-63AA-EC51-613D3748E373}"/>
          </ac:spMkLst>
        </pc:spChg>
        <pc:spChg chg="add del mod">
          <ac:chgData name="DAVID CASTIBLANCO" userId="8a3a5922-b1f5-45e2-8091-3e9df8cf8f22" providerId="ADAL" clId="{0EFB1117-2783-494F-9CC6-A8DC59321477}" dt="2026-07-24T04:26:40.139" v="3333" actId="478"/>
          <ac:spMkLst>
            <pc:docMk/>
            <pc:sldMk cId="2838961385" sldId="256"/>
            <ac:spMk id="9" creationId="{8CE92A11-3058-FC3A-B032-DF1DBA2317F1}"/>
          </ac:spMkLst>
        </pc:spChg>
        <pc:spChg chg="add mod">
          <ac:chgData name="DAVID CASTIBLANCO" userId="8a3a5922-b1f5-45e2-8091-3e9df8cf8f22" providerId="ADAL" clId="{0EFB1117-2783-494F-9CC6-A8DC59321477}" dt="2026-07-24T04:27:55.018" v="3410" actId="1076"/>
          <ac:spMkLst>
            <pc:docMk/>
            <pc:sldMk cId="2838961385" sldId="256"/>
            <ac:spMk id="12" creationId="{5B718656-4682-1C42-918E-B0A78E13502D}"/>
          </ac:spMkLst>
        </pc:spChg>
        <pc:spChg chg="mod">
          <ac:chgData name="DAVID CASTIBLANCO" userId="8a3a5922-b1f5-45e2-8091-3e9df8cf8f22" providerId="ADAL" clId="{0EFB1117-2783-494F-9CC6-A8DC59321477}" dt="2026-07-24T04:26:18.070" v="3317" actId="1076"/>
          <ac:spMkLst>
            <pc:docMk/>
            <pc:sldMk cId="2838961385" sldId="256"/>
            <ac:spMk id="13" creationId="{526E0FC1-8B25-352A-BF0F-1E23BB5C9277}"/>
          </ac:spMkLst>
        </pc:spChg>
        <pc:spChg chg="add del mod">
          <ac:chgData name="DAVID CASTIBLANCO" userId="8a3a5922-b1f5-45e2-8091-3e9df8cf8f22" providerId="ADAL" clId="{0EFB1117-2783-494F-9CC6-A8DC59321477}" dt="2026-07-24T04:28:06.251" v="3413" actId="478"/>
          <ac:spMkLst>
            <pc:docMk/>
            <pc:sldMk cId="2838961385" sldId="256"/>
            <ac:spMk id="14" creationId="{D20EEB9B-79C3-BD38-C6AE-E0C07913E817}"/>
          </ac:spMkLst>
        </pc:spChg>
        <pc:spChg chg="del">
          <ac:chgData name="DAVID CASTIBLANCO" userId="8a3a5922-b1f5-45e2-8091-3e9df8cf8f22" providerId="ADAL" clId="{0EFB1117-2783-494F-9CC6-A8DC59321477}" dt="2026-07-24T04:22:57.147" v="3209" actId="478"/>
          <ac:spMkLst>
            <pc:docMk/>
            <pc:sldMk cId="2838961385" sldId="256"/>
            <ac:spMk id="15" creationId="{6C0B8A72-EA9F-FF8B-F559-135A02E9EB32}"/>
          </ac:spMkLst>
        </pc:spChg>
        <pc:spChg chg="del mod">
          <ac:chgData name="DAVID CASTIBLANCO" userId="8a3a5922-b1f5-45e2-8091-3e9df8cf8f22" providerId="ADAL" clId="{0EFB1117-2783-494F-9CC6-A8DC59321477}" dt="2026-07-24T04:22:57.147" v="3209" actId="478"/>
          <ac:spMkLst>
            <pc:docMk/>
            <pc:sldMk cId="2838961385" sldId="256"/>
            <ac:spMk id="17" creationId="{9F94CDF4-75C1-42F9-A4A8-1FB675923C40}"/>
          </ac:spMkLst>
        </pc:spChg>
        <pc:spChg chg="add mod">
          <ac:chgData name="DAVID CASTIBLANCO" userId="8a3a5922-b1f5-45e2-8091-3e9df8cf8f22" providerId="ADAL" clId="{0EFB1117-2783-494F-9CC6-A8DC59321477}" dt="2026-07-24T04:41:10.034" v="3528" actId="20577"/>
          <ac:spMkLst>
            <pc:docMk/>
            <pc:sldMk cId="2838961385" sldId="256"/>
            <ac:spMk id="18" creationId="{E89120BE-53EE-E2DF-87EA-25F698B0CFBA}"/>
          </ac:spMkLst>
        </pc:spChg>
        <pc:spChg chg="del">
          <ac:chgData name="DAVID CASTIBLANCO" userId="8a3a5922-b1f5-45e2-8091-3e9df8cf8f22" providerId="ADAL" clId="{0EFB1117-2783-494F-9CC6-A8DC59321477}" dt="2026-07-24T04:22:57.147" v="3209" actId="478"/>
          <ac:spMkLst>
            <pc:docMk/>
            <pc:sldMk cId="2838961385" sldId="256"/>
            <ac:spMk id="19" creationId="{C2EAC9D7-47E3-E204-D22F-B07E7502F2D4}"/>
          </ac:spMkLst>
        </pc:spChg>
        <pc:spChg chg="del">
          <ac:chgData name="DAVID CASTIBLANCO" userId="8a3a5922-b1f5-45e2-8091-3e9df8cf8f22" providerId="ADAL" clId="{0EFB1117-2783-494F-9CC6-A8DC59321477}" dt="2026-07-24T04:22:57.147" v="3209" actId="478"/>
          <ac:spMkLst>
            <pc:docMk/>
            <pc:sldMk cId="2838961385" sldId="256"/>
            <ac:spMk id="21" creationId="{17807262-6619-EA22-ACA3-7352BC7516C6}"/>
          </ac:spMkLst>
        </pc:spChg>
        <pc:spChg chg="del mod">
          <ac:chgData name="DAVID CASTIBLANCO" userId="8a3a5922-b1f5-45e2-8091-3e9df8cf8f22" providerId="ADAL" clId="{0EFB1117-2783-494F-9CC6-A8DC59321477}" dt="2026-07-24T04:22:57.147" v="3209" actId="478"/>
          <ac:spMkLst>
            <pc:docMk/>
            <pc:sldMk cId="2838961385" sldId="256"/>
            <ac:spMk id="23" creationId="{2EAECA22-EA7E-0123-56E6-5C7E1D5B5FD1}"/>
          </ac:spMkLst>
        </pc:spChg>
        <pc:spChg chg="del mod">
          <ac:chgData name="DAVID CASTIBLANCO" userId="8a3a5922-b1f5-45e2-8091-3e9df8cf8f22" providerId="ADAL" clId="{0EFB1117-2783-494F-9CC6-A8DC59321477}" dt="2026-07-24T04:22:57.147" v="3209" actId="478"/>
          <ac:spMkLst>
            <pc:docMk/>
            <pc:sldMk cId="2838961385" sldId="256"/>
            <ac:spMk id="25" creationId="{C177C974-A261-49EA-934A-CE7103A56116}"/>
          </ac:spMkLst>
        </pc:spChg>
        <pc:picChg chg="add del mod">
          <ac:chgData name="DAVID CASTIBLANCO" userId="8a3a5922-b1f5-45e2-8091-3e9df8cf8f22" providerId="ADAL" clId="{0EFB1117-2783-494F-9CC6-A8DC59321477}" dt="2026-07-24T04:25:00.603" v="3239" actId="478"/>
          <ac:picMkLst>
            <pc:docMk/>
            <pc:sldMk cId="2838961385" sldId="256"/>
            <ac:picMk id="3" creationId="{34136956-8CB6-B27F-485D-950B6060511E}"/>
          </ac:picMkLst>
        </pc:picChg>
        <pc:picChg chg="add del">
          <ac:chgData name="DAVID CASTIBLANCO" userId="8a3a5922-b1f5-45e2-8091-3e9df8cf8f22" providerId="ADAL" clId="{0EFB1117-2783-494F-9CC6-A8DC59321477}" dt="2026-07-24T04:35:05.490" v="3514" actId="478"/>
          <ac:picMkLst>
            <pc:docMk/>
            <pc:sldMk cId="2838961385" sldId="256"/>
            <ac:picMk id="20" creationId="{4FF4F3C9-B120-0D14-4046-3AC2410CA108}"/>
          </ac:picMkLst>
        </pc:picChg>
        <pc:picChg chg="add del mod">
          <ac:chgData name="DAVID CASTIBLANCO" userId="8a3a5922-b1f5-45e2-8091-3e9df8cf8f22" providerId="ADAL" clId="{0EFB1117-2783-494F-9CC6-A8DC59321477}" dt="2026-07-24T04:35:48.372" v="3517" actId="478"/>
          <ac:picMkLst>
            <pc:docMk/>
            <pc:sldMk cId="2838961385" sldId="256"/>
            <ac:picMk id="24" creationId="{3A5973DE-B7AB-9336-4650-57A1E9E8F001}"/>
          </ac:picMkLst>
        </pc:picChg>
        <pc:picChg chg="add del mod">
          <ac:chgData name="DAVID CASTIBLANCO" userId="8a3a5922-b1f5-45e2-8091-3e9df8cf8f22" providerId="ADAL" clId="{0EFB1117-2783-494F-9CC6-A8DC59321477}" dt="2026-07-24T04:36:02.784" v="3519" actId="478"/>
          <ac:picMkLst>
            <pc:docMk/>
            <pc:sldMk cId="2838961385" sldId="256"/>
            <ac:picMk id="27" creationId="{4DB2D1F2-B2AB-B801-BA1F-DA548B010ABB}"/>
          </ac:picMkLst>
        </pc:picChg>
        <pc:picChg chg="add mod">
          <ac:chgData name="DAVID CASTIBLANCO" userId="8a3a5922-b1f5-45e2-8091-3e9df8cf8f22" providerId="ADAL" clId="{0EFB1117-2783-494F-9CC6-A8DC59321477}" dt="2026-07-24T04:38:40.970" v="3526" actId="1076"/>
          <ac:picMkLst>
            <pc:docMk/>
            <pc:sldMk cId="2838961385" sldId="256"/>
            <ac:picMk id="28" creationId="{EC6AADD2-4D98-29CA-28C7-987A74BE6804}"/>
          </ac:picMkLst>
        </pc:picChg>
        <pc:cxnChg chg="mod">
          <ac:chgData name="DAVID CASTIBLANCO" userId="8a3a5922-b1f5-45e2-8091-3e9df8cf8f22" providerId="ADAL" clId="{0EFB1117-2783-494F-9CC6-A8DC59321477}" dt="2026-07-24T04:26:26.895" v="3331" actId="1035"/>
          <ac:cxnSpMkLst>
            <pc:docMk/>
            <pc:sldMk cId="2838961385" sldId="256"/>
            <ac:cxnSpMk id="10" creationId="{E6D603EE-002F-BF85-CC39-DF5C96FDA727}"/>
          </ac:cxnSpMkLst>
        </pc:cxnChg>
      </pc:sldChg>
      <pc:sldChg chg="addSp delSp modSp new mod setBg">
        <pc:chgData name="DAVID CASTIBLANCO" userId="8a3a5922-b1f5-45e2-8091-3e9df8cf8f22" providerId="ADAL" clId="{0EFB1117-2783-494F-9CC6-A8DC59321477}" dt="2026-07-24T06:29:52.718" v="5278" actId="122"/>
        <pc:sldMkLst>
          <pc:docMk/>
          <pc:sldMk cId="533028285" sldId="257"/>
        </pc:sldMkLst>
        <pc:spChg chg="del">
          <ac:chgData name="DAVID CASTIBLANCO" userId="8a3a5922-b1f5-45e2-8091-3e9df8cf8f22" providerId="ADAL" clId="{0EFB1117-2783-494F-9CC6-A8DC59321477}" dt="2026-07-23T14:54:26.403" v="1" actId="478"/>
          <ac:spMkLst>
            <pc:docMk/>
            <pc:sldMk cId="533028285" sldId="257"/>
            <ac:spMk id="2" creationId="{2EBC5F0E-F171-FE93-0048-B564A0414716}"/>
          </ac:spMkLst>
        </pc:spChg>
        <pc:spChg chg="del">
          <ac:chgData name="DAVID CASTIBLANCO" userId="8a3a5922-b1f5-45e2-8091-3e9df8cf8f22" providerId="ADAL" clId="{0EFB1117-2783-494F-9CC6-A8DC59321477}" dt="2026-07-23T14:54:28.754" v="2" actId="478"/>
          <ac:spMkLst>
            <pc:docMk/>
            <pc:sldMk cId="533028285" sldId="257"/>
            <ac:spMk id="3" creationId="{AFD1E688-9F4C-4273-4000-116550605D02}"/>
          </ac:spMkLst>
        </pc:spChg>
        <pc:spChg chg="add del mod">
          <ac:chgData name="DAVID CASTIBLANCO" userId="8a3a5922-b1f5-45e2-8091-3e9df8cf8f22" providerId="ADAL" clId="{0EFB1117-2783-494F-9CC6-A8DC59321477}" dt="2026-07-24T04:32:56.003" v="3496" actId="478"/>
          <ac:spMkLst>
            <pc:docMk/>
            <pc:sldMk cId="533028285" sldId="257"/>
            <ac:spMk id="3" creationId="{C0A6E884-54BD-AE5A-15E9-B1D413FE1BA4}"/>
          </ac:spMkLst>
        </pc:spChg>
        <pc:spChg chg="add mod">
          <ac:chgData name="DAVID CASTIBLANCO" userId="8a3a5922-b1f5-45e2-8091-3e9df8cf8f22" providerId="ADAL" clId="{0EFB1117-2783-494F-9CC6-A8DC59321477}" dt="2026-07-24T05:13:57.904" v="4099" actId="403"/>
          <ac:spMkLst>
            <pc:docMk/>
            <pc:sldMk cId="533028285" sldId="257"/>
            <ac:spMk id="4" creationId="{10D025DF-6C0D-CCB4-8E9A-FECA808258B8}"/>
          </ac:spMkLst>
        </pc:spChg>
        <pc:spChg chg="add del mod">
          <ac:chgData name="DAVID CASTIBLANCO" userId="8a3a5922-b1f5-45e2-8091-3e9df8cf8f22" providerId="ADAL" clId="{0EFB1117-2783-494F-9CC6-A8DC59321477}" dt="2026-07-24T04:31:37.771" v="3482" actId="404"/>
          <ac:spMkLst>
            <pc:docMk/>
            <pc:sldMk cId="533028285" sldId="257"/>
            <ac:spMk id="6" creationId="{4E359D76-EA1F-85D2-265B-48CAC36DA7AF}"/>
          </ac:spMkLst>
        </pc:spChg>
        <pc:spChg chg="add mod">
          <ac:chgData name="DAVID CASTIBLANCO" userId="8a3a5922-b1f5-45e2-8091-3e9df8cf8f22" providerId="ADAL" clId="{0EFB1117-2783-494F-9CC6-A8DC59321477}" dt="2026-07-23T16:16:17.792" v="1423" actId="164"/>
          <ac:spMkLst>
            <pc:docMk/>
            <pc:sldMk cId="533028285" sldId="257"/>
            <ac:spMk id="7" creationId="{83E7E7B9-3A0F-3862-150A-04FDA6A43E18}"/>
          </ac:spMkLst>
        </pc:spChg>
        <pc:spChg chg="add del mod">
          <ac:chgData name="DAVID CASTIBLANCO" userId="8a3a5922-b1f5-45e2-8091-3e9df8cf8f22" providerId="ADAL" clId="{0EFB1117-2783-494F-9CC6-A8DC59321477}" dt="2026-07-24T04:57:13.782" v="3731" actId="478"/>
          <ac:spMkLst>
            <pc:docMk/>
            <pc:sldMk cId="533028285" sldId="257"/>
            <ac:spMk id="8" creationId="{39B1B88E-C665-939A-4750-35AE16B577E4}"/>
          </ac:spMkLst>
        </pc:spChg>
        <pc:spChg chg="add mod">
          <ac:chgData name="DAVID CASTIBLANCO" userId="8a3a5922-b1f5-45e2-8091-3e9df8cf8f22" providerId="ADAL" clId="{0EFB1117-2783-494F-9CC6-A8DC59321477}" dt="2026-07-23T16:16:29.036" v="1424" actId="164"/>
          <ac:spMkLst>
            <pc:docMk/>
            <pc:sldMk cId="533028285" sldId="257"/>
            <ac:spMk id="9" creationId="{D6927B51-601E-52A2-4FB5-3702217794A6}"/>
          </ac:spMkLst>
        </pc:spChg>
        <pc:spChg chg="add mod">
          <ac:chgData name="DAVID CASTIBLANCO" userId="8a3a5922-b1f5-45e2-8091-3e9df8cf8f22" providerId="ADAL" clId="{0EFB1117-2783-494F-9CC6-A8DC59321477}" dt="2026-07-24T04:33:15.156" v="3500"/>
          <ac:spMkLst>
            <pc:docMk/>
            <pc:sldMk cId="533028285" sldId="257"/>
            <ac:spMk id="10" creationId="{8841332A-F49E-6E21-B455-4FF1C00AF62E}"/>
          </ac:spMkLst>
        </pc:spChg>
        <pc:spChg chg="add mod">
          <ac:chgData name="DAVID CASTIBLANCO" userId="8a3a5922-b1f5-45e2-8091-3e9df8cf8f22" providerId="ADAL" clId="{0EFB1117-2783-494F-9CC6-A8DC59321477}" dt="2026-07-23T16:16:37.588" v="1425" actId="164"/>
          <ac:spMkLst>
            <pc:docMk/>
            <pc:sldMk cId="533028285" sldId="257"/>
            <ac:spMk id="11" creationId="{7B7030D6-3121-3644-BAA8-83CCD5998D03}"/>
          </ac:spMkLst>
        </pc:spChg>
        <pc:spChg chg="add mod">
          <ac:chgData name="DAVID CASTIBLANCO" userId="8a3a5922-b1f5-45e2-8091-3e9df8cf8f22" providerId="ADAL" clId="{0EFB1117-2783-494F-9CC6-A8DC59321477}" dt="2026-07-23T16:16:45.039" v="1426" actId="164"/>
          <ac:spMkLst>
            <pc:docMk/>
            <pc:sldMk cId="533028285" sldId="257"/>
            <ac:spMk id="13" creationId="{6725EEB7-8910-2679-479C-ECC91EBDE2BC}"/>
          </ac:spMkLst>
        </pc:spChg>
        <pc:spChg chg="add mod">
          <ac:chgData name="DAVID CASTIBLANCO" userId="8a3a5922-b1f5-45e2-8091-3e9df8cf8f22" providerId="ADAL" clId="{0EFB1117-2783-494F-9CC6-A8DC59321477}" dt="2026-07-24T04:33:15.156" v="3500"/>
          <ac:spMkLst>
            <pc:docMk/>
            <pc:sldMk cId="533028285" sldId="257"/>
            <ac:spMk id="14" creationId="{AFC45CF7-BBF5-972D-5171-F56AD5FB1B8E}"/>
          </ac:spMkLst>
        </pc:spChg>
        <pc:spChg chg="add del mod">
          <ac:chgData name="DAVID CASTIBLANCO" userId="8a3a5922-b1f5-45e2-8091-3e9df8cf8f22" providerId="ADAL" clId="{0EFB1117-2783-494F-9CC6-A8DC59321477}" dt="2026-07-24T04:32:56.003" v="3496" actId="478"/>
          <ac:spMkLst>
            <pc:docMk/>
            <pc:sldMk cId="533028285" sldId="257"/>
            <ac:spMk id="15" creationId="{A0887983-DD17-6CB5-6817-408CE603D269}"/>
          </ac:spMkLst>
        </pc:spChg>
        <pc:spChg chg="add del mod">
          <ac:chgData name="DAVID CASTIBLANCO" userId="8a3a5922-b1f5-45e2-8091-3e9df8cf8f22" providerId="ADAL" clId="{0EFB1117-2783-494F-9CC6-A8DC59321477}" dt="2026-07-24T04:32:56.003" v="3496" actId="478"/>
          <ac:spMkLst>
            <pc:docMk/>
            <pc:sldMk cId="533028285" sldId="257"/>
            <ac:spMk id="17" creationId="{CDF081F4-3694-2D01-CD58-2ABFFB679F2F}"/>
          </ac:spMkLst>
        </pc:spChg>
        <pc:spChg chg="add mod">
          <ac:chgData name="DAVID CASTIBLANCO" userId="8a3a5922-b1f5-45e2-8091-3e9df8cf8f22" providerId="ADAL" clId="{0EFB1117-2783-494F-9CC6-A8DC59321477}" dt="2026-07-24T04:33:15.156" v="3500"/>
          <ac:spMkLst>
            <pc:docMk/>
            <pc:sldMk cId="533028285" sldId="257"/>
            <ac:spMk id="18" creationId="{D167F79E-7317-51BF-F715-CA0D69D84D58}"/>
          </ac:spMkLst>
        </pc:spChg>
        <pc:spChg chg="add mod">
          <ac:chgData name="DAVID CASTIBLANCO" userId="8a3a5922-b1f5-45e2-8091-3e9df8cf8f22" providerId="ADAL" clId="{0EFB1117-2783-494F-9CC6-A8DC59321477}" dt="2026-07-24T04:33:15.156" v="3500"/>
          <ac:spMkLst>
            <pc:docMk/>
            <pc:sldMk cId="533028285" sldId="257"/>
            <ac:spMk id="21" creationId="{ACF52459-AFFF-6F81-5F2C-C68FD6EA008B}"/>
          </ac:spMkLst>
        </pc:spChg>
        <pc:spChg chg="add del mod">
          <ac:chgData name="DAVID CASTIBLANCO" userId="8a3a5922-b1f5-45e2-8091-3e9df8cf8f22" providerId="ADAL" clId="{0EFB1117-2783-494F-9CC6-A8DC59321477}" dt="2026-07-24T04:32:56.003" v="3496" actId="478"/>
          <ac:spMkLst>
            <pc:docMk/>
            <pc:sldMk cId="533028285" sldId="257"/>
            <ac:spMk id="22" creationId="{6E36E358-DB94-DC1E-27A0-6AFC763ADF4B}"/>
          </ac:spMkLst>
        </pc:spChg>
        <pc:spChg chg="add mod">
          <ac:chgData name="DAVID CASTIBLANCO" userId="8a3a5922-b1f5-45e2-8091-3e9df8cf8f22" providerId="ADAL" clId="{0EFB1117-2783-494F-9CC6-A8DC59321477}" dt="2026-07-24T04:33:15.156" v="3500"/>
          <ac:spMkLst>
            <pc:docMk/>
            <pc:sldMk cId="533028285" sldId="257"/>
            <ac:spMk id="23" creationId="{52711080-BDA1-A945-A430-7A37271B60E3}"/>
          </ac:spMkLst>
        </pc:spChg>
        <pc:spChg chg="add del mod">
          <ac:chgData name="DAVID CASTIBLANCO" userId="8a3a5922-b1f5-45e2-8091-3e9df8cf8f22" providerId="ADAL" clId="{0EFB1117-2783-494F-9CC6-A8DC59321477}" dt="2026-07-24T04:32:56.003" v="3496" actId="478"/>
          <ac:spMkLst>
            <pc:docMk/>
            <pc:sldMk cId="533028285" sldId="257"/>
            <ac:spMk id="24" creationId="{A0B84137-EEF4-1140-CDA3-5D4468BDF382}"/>
          </ac:spMkLst>
        </pc:spChg>
        <pc:spChg chg="add mod">
          <ac:chgData name="DAVID CASTIBLANCO" userId="8a3a5922-b1f5-45e2-8091-3e9df8cf8f22" providerId="ADAL" clId="{0EFB1117-2783-494F-9CC6-A8DC59321477}" dt="2026-07-24T04:33:15.156" v="3500"/>
          <ac:spMkLst>
            <pc:docMk/>
            <pc:sldMk cId="533028285" sldId="257"/>
            <ac:spMk id="25" creationId="{32ACCFB5-C0B3-8DE0-7626-3776695028D8}"/>
          </ac:spMkLst>
        </pc:spChg>
        <pc:spChg chg="add del mod">
          <ac:chgData name="DAVID CASTIBLANCO" userId="8a3a5922-b1f5-45e2-8091-3e9df8cf8f22" providerId="ADAL" clId="{0EFB1117-2783-494F-9CC6-A8DC59321477}" dt="2026-07-24T04:32:56.003" v="3496" actId="478"/>
          <ac:spMkLst>
            <pc:docMk/>
            <pc:sldMk cId="533028285" sldId="257"/>
            <ac:spMk id="26" creationId="{5185D75E-7066-B83B-D0C8-E6DC778FAA8A}"/>
          </ac:spMkLst>
        </pc:spChg>
        <pc:spChg chg="add mod">
          <ac:chgData name="DAVID CASTIBLANCO" userId="8a3a5922-b1f5-45e2-8091-3e9df8cf8f22" providerId="ADAL" clId="{0EFB1117-2783-494F-9CC6-A8DC59321477}" dt="2026-07-24T04:33:15.156" v="3500"/>
          <ac:spMkLst>
            <pc:docMk/>
            <pc:sldMk cId="533028285" sldId="257"/>
            <ac:spMk id="27" creationId="{F766452A-D989-365B-D0DC-AFCAE987B5CD}"/>
          </ac:spMkLst>
        </pc:spChg>
        <pc:spChg chg="add del mod">
          <ac:chgData name="DAVID CASTIBLANCO" userId="8a3a5922-b1f5-45e2-8091-3e9df8cf8f22" providerId="ADAL" clId="{0EFB1117-2783-494F-9CC6-A8DC59321477}" dt="2026-07-24T04:32:56.003" v="3496" actId="478"/>
          <ac:spMkLst>
            <pc:docMk/>
            <pc:sldMk cId="533028285" sldId="257"/>
            <ac:spMk id="28" creationId="{EDC77398-CC07-664E-B5E6-22E6B6AF1E92}"/>
          </ac:spMkLst>
        </pc:spChg>
        <pc:spChg chg="add mod">
          <ac:chgData name="DAVID CASTIBLANCO" userId="8a3a5922-b1f5-45e2-8091-3e9df8cf8f22" providerId="ADAL" clId="{0EFB1117-2783-494F-9CC6-A8DC59321477}" dt="2026-07-24T04:33:15.156" v="3500"/>
          <ac:spMkLst>
            <pc:docMk/>
            <pc:sldMk cId="533028285" sldId="257"/>
            <ac:spMk id="29" creationId="{64CAAF96-2876-AC3F-B960-980D26ECB7E1}"/>
          </ac:spMkLst>
        </pc:spChg>
        <pc:spChg chg="add mod">
          <ac:chgData name="DAVID CASTIBLANCO" userId="8a3a5922-b1f5-45e2-8091-3e9df8cf8f22" providerId="ADAL" clId="{0EFB1117-2783-494F-9CC6-A8DC59321477}" dt="2026-07-24T04:33:15.156" v="3500"/>
          <ac:spMkLst>
            <pc:docMk/>
            <pc:sldMk cId="533028285" sldId="257"/>
            <ac:spMk id="30" creationId="{F237586B-11A3-0BCD-6912-3EEDB0CF66B2}"/>
          </ac:spMkLst>
        </pc:spChg>
        <pc:spChg chg="add mod">
          <ac:chgData name="DAVID CASTIBLANCO" userId="8a3a5922-b1f5-45e2-8091-3e9df8cf8f22" providerId="ADAL" clId="{0EFB1117-2783-494F-9CC6-A8DC59321477}" dt="2026-07-24T04:33:15.156" v="3500"/>
          <ac:spMkLst>
            <pc:docMk/>
            <pc:sldMk cId="533028285" sldId="257"/>
            <ac:spMk id="32" creationId="{393538CD-345A-8148-2FD3-621878D7DD89}"/>
          </ac:spMkLst>
        </pc:spChg>
        <pc:spChg chg="add mod">
          <ac:chgData name="DAVID CASTIBLANCO" userId="8a3a5922-b1f5-45e2-8091-3e9df8cf8f22" providerId="ADAL" clId="{0EFB1117-2783-494F-9CC6-A8DC59321477}" dt="2026-07-24T04:34:01.120" v="3510"/>
          <ac:spMkLst>
            <pc:docMk/>
            <pc:sldMk cId="533028285" sldId="257"/>
            <ac:spMk id="33" creationId="{525DC861-4F1C-50DD-B749-22D204F3C418}"/>
          </ac:spMkLst>
        </pc:spChg>
        <pc:spChg chg="add del">
          <ac:chgData name="DAVID CASTIBLANCO" userId="8a3a5922-b1f5-45e2-8091-3e9df8cf8f22" providerId="ADAL" clId="{0EFB1117-2783-494F-9CC6-A8DC59321477}" dt="2026-07-23T15:31:56.307" v="634" actId="22"/>
          <ac:spMkLst>
            <pc:docMk/>
            <pc:sldMk cId="533028285" sldId="257"/>
            <ac:spMk id="33" creationId="{CE7CDF4C-176E-F035-E07B-84CC6C533DB7}"/>
          </ac:spMkLst>
        </pc:spChg>
        <pc:spChg chg="add mod">
          <ac:chgData name="DAVID CASTIBLANCO" userId="8a3a5922-b1f5-45e2-8091-3e9df8cf8f22" providerId="ADAL" clId="{0EFB1117-2783-494F-9CC6-A8DC59321477}" dt="2026-07-24T04:34:01.120" v="3510"/>
          <ac:spMkLst>
            <pc:docMk/>
            <pc:sldMk cId="533028285" sldId="257"/>
            <ac:spMk id="34" creationId="{88B06DE5-82CD-3D00-619B-E7892D951A79}"/>
          </ac:spMkLst>
        </pc:spChg>
        <pc:spChg chg="add mod">
          <ac:chgData name="DAVID CASTIBLANCO" userId="8a3a5922-b1f5-45e2-8091-3e9df8cf8f22" providerId="ADAL" clId="{0EFB1117-2783-494F-9CC6-A8DC59321477}" dt="2026-07-24T04:34:01.120" v="3510"/>
          <ac:spMkLst>
            <pc:docMk/>
            <pc:sldMk cId="533028285" sldId="257"/>
            <ac:spMk id="36" creationId="{DC86B2EC-9D19-6322-0DD0-6B748F1B8D56}"/>
          </ac:spMkLst>
        </pc:spChg>
        <pc:spChg chg="add del mod">
          <ac:chgData name="DAVID CASTIBLANCO" userId="8a3a5922-b1f5-45e2-8091-3e9df8cf8f22" providerId="ADAL" clId="{0EFB1117-2783-494F-9CC6-A8DC59321477}" dt="2026-07-24T04:32:56.003" v="3496" actId="478"/>
          <ac:spMkLst>
            <pc:docMk/>
            <pc:sldMk cId="533028285" sldId="257"/>
            <ac:spMk id="39" creationId="{C74272C8-D82C-D034-3052-BD8E99109216}"/>
          </ac:spMkLst>
        </pc:spChg>
        <pc:spChg chg="add mod">
          <ac:chgData name="DAVID CASTIBLANCO" userId="8a3a5922-b1f5-45e2-8091-3e9df8cf8f22" providerId="ADAL" clId="{0EFB1117-2783-494F-9CC6-A8DC59321477}" dt="2026-07-24T04:34:01.120" v="3510"/>
          <ac:spMkLst>
            <pc:docMk/>
            <pc:sldMk cId="533028285" sldId="257"/>
            <ac:spMk id="40" creationId="{D405257D-4C65-8540-D840-6C1405B58556}"/>
          </ac:spMkLst>
        </pc:spChg>
        <pc:spChg chg="add mod">
          <ac:chgData name="DAVID CASTIBLANCO" userId="8a3a5922-b1f5-45e2-8091-3e9df8cf8f22" providerId="ADAL" clId="{0EFB1117-2783-494F-9CC6-A8DC59321477}" dt="2026-07-24T04:34:01.120" v="3510"/>
          <ac:spMkLst>
            <pc:docMk/>
            <pc:sldMk cId="533028285" sldId="257"/>
            <ac:spMk id="41" creationId="{D21D3EBA-E928-F299-F955-0DD38AF081D1}"/>
          </ac:spMkLst>
        </pc:spChg>
        <pc:spChg chg="add mod">
          <ac:chgData name="DAVID CASTIBLANCO" userId="8a3a5922-b1f5-45e2-8091-3e9df8cf8f22" providerId="ADAL" clId="{0EFB1117-2783-494F-9CC6-A8DC59321477}" dt="2026-07-24T04:34:01.120" v="3510"/>
          <ac:spMkLst>
            <pc:docMk/>
            <pc:sldMk cId="533028285" sldId="257"/>
            <ac:spMk id="42" creationId="{A588CB27-4942-828B-6EF8-E4C36E1F6926}"/>
          </ac:spMkLst>
        </pc:spChg>
        <pc:spChg chg="add mod">
          <ac:chgData name="DAVID CASTIBLANCO" userId="8a3a5922-b1f5-45e2-8091-3e9df8cf8f22" providerId="ADAL" clId="{0EFB1117-2783-494F-9CC6-A8DC59321477}" dt="2026-07-24T04:34:01.120" v="3510"/>
          <ac:spMkLst>
            <pc:docMk/>
            <pc:sldMk cId="533028285" sldId="257"/>
            <ac:spMk id="44" creationId="{F170E69B-BE52-D3D2-BF61-BB063AE06DF1}"/>
          </ac:spMkLst>
        </pc:spChg>
        <pc:spChg chg="add mod">
          <ac:chgData name="DAVID CASTIBLANCO" userId="8a3a5922-b1f5-45e2-8091-3e9df8cf8f22" providerId="ADAL" clId="{0EFB1117-2783-494F-9CC6-A8DC59321477}" dt="2026-07-23T16:16:17.792" v="1423" actId="164"/>
          <ac:spMkLst>
            <pc:docMk/>
            <pc:sldMk cId="533028285" sldId="257"/>
            <ac:spMk id="45" creationId="{E93739BE-359F-260B-892A-B7DBB6E0B652}"/>
          </ac:spMkLst>
        </pc:spChg>
        <pc:spChg chg="add mod">
          <ac:chgData name="DAVID CASTIBLANCO" userId="8a3a5922-b1f5-45e2-8091-3e9df8cf8f22" providerId="ADAL" clId="{0EFB1117-2783-494F-9CC6-A8DC59321477}" dt="2026-07-24T04:34:01.120" v="3510"/>
          <ac:spMkLst>
            <pc:docMk/>
            <pc:sldMk cId="533028285" sldId="257"/>
            <ac:spMk id="46" creationId="{D701D967-BE2B-1BD9-7C25-90B9813DE213}"/>
          </ac:spMkLst>
        </pc:spChg>
        <pc:spChg chg="add mod">
          <ac:chgData name="DAVID CASTIBLANCO" userId="8a3a5922-b1f5-45e2-8091-3e9df8cf8f22" providerId="ADAL" clId="{0EFB1117-2783-494F-9CC6-A8DC59321477}" dt="2026-07-23T16:16:17.792" v="1423" actId="164"/>
          <ac:spMkLst>
            <pc:docMk/>
            <pc:sldMk cId="533028285" sldId="257"/>
            <ac:spMk id="47" creationId="{8BD618BF-05A1-F149-0406-CE6108A0C371}"/>
          </ac:spMkLst>
        </pc:spChg>
        <pc:spChg chg="add mod">
          <ac:chgData name="DAVID CASTIBLANCO" userId="8a3a5922-b1f5-45e2-8091-3e9df8cf8f22" providerId="ADAL" clId="{0EFB1117-2783-494F-9CC6-A8DC59321477}" dt="2026-07-24T04:34:01.120" v="3510"/>
          <ac:spMkLst>
            <pc:docMk/>
            <pc:sldMk cId="533028285" sldId="257"/>
            <ac:spMk id="48" creationId="{3FAD085A-645D-94B7-5BD0-2ED616480DE2}"/>
          </ac:spMkLst>
        </pc:spChg>
        <pc:spChg chg="add mod">
          <ac:chgData name="DAVID CASTIBLANCO" userId="8a3a5922-b1f5-45e2-8091-3e9df8cf8f22" providerId="ADAL" clId="{0EFB1117-2783-494F-9CC6-A8DC59321477}" dt="2026-07-23T16:16:17.792" v="1423" actId="164"/>
          <ac:spMkLst>
            <pc:docMk/>
            <pc:sldMk cId="533028285" sldId="257"/>
            <ac:spMk id="49" creationId="{8140A73A-4EC0-8FE2-4D53-398910A15E4F}"/>
          </ac:spMkLst>
        </pc:spChg>
        <pc:spChg chg="add mod">
          <ac:chgData name="DAVID CASTIBLANCO" userId="8a3a5922-b1f5-45e2-8091-3e9df8cf8f22" providerId="ADAL" clId="{0EFB1117-2783-494F-9CC6-A8DC59321477}" dt="2026-07-24T04:34:01.120" v="3510"/>
          <ac:spMkLst>
            <pc:docMk/>
            <pc:sldMk cId="533028285" sldId="257"/>
            <ac:spMk id="50" creationId="{5C74F898-6E7B-0C9E-6FAB-D62AAEF4AC08}"/>
          </ac:spMkLst>
        </pc:spChg>
        <pc:spChg chg="add mod">
          <ac:chgData name="DAVID CASTIBLANCO" userId="8a3a5922-b1f5-45e2-8091-3e9df8cf8f22" providerId="ADAL" clId="{0EFB1117-2783-494F-9CC6-A8DC59321477}" dt="2026-07-23T16:16:29.036" v="1424" actId="164"/>
          <ac:spMkLst>
            <pc:docMk/>
            <pc:sldMk cId="533028285" sldId="257"/>
            <ac:spMk id="51" creationId="{0E19E84B-0DEB-B5E5-A11D-E44E3AC025C5}"/>
          </ac:spMkLst>
        </pc:spChg>
        <pc:spChg chg="add mod">
          <ac:chgData name="DAVID CASTIBLANCO" userId="8a3a5922-b1f5-45e2-8091-3e9df8cf8f22" providerId="ADAL" clId="{0EFB1117-2783-494F-9CC6-A8DC59321477}" dt="2026-07-23T16:16:29.036" v="1424" actId="164"/>
          <ac:spMkLst>
            <pc:docMk/>
            <pc:sldMk cId="533028285" sldId="257"/>
            <ac:spMk id="53" creationId="{1FF90502-8FB3-B75C-556E-DDB752C458C9}"/>
          </ac:spMkLst>
        </pc:spChg>
        <pc:spChg chg="add del">
          <ac:chgData name="DAVID CASTIBLANCO" userId="8a3a5922-b1f5-45e2-8091-3e9df8cf8f22" providerId="ADAL" clId="{0EFB1117-2783-494F-9CC6-A8DC59321477}" dt="2026-07-24T04:33:46.958" v="3508" actId="22"/>
          <ac:spMkLst>
            <pc:docMk/>
            <pc:sldMk cId="533028285" sldId="257"/>
            <ac:spMk id="54" creationId="{F2560A03-6780-6C45-B343-6610FEED06F0}"/>
          </ac:spMkLst>
        </pc:spChg>
        <pc:spChg chg="add mod">
          <ac:chgData name="DAVID CASTIBLANCO" userId="8a3a5922-b1f5-45e2-8091-3e9df8cf8f22" providerId="ADAL" clId="{0EFB1117-2783-494F-9CC6-A8DC59321477}" dt="2026-07-23T16:40:38.971" v="1617" actId="20577"/>
          <ac:spMkLst>
            <pc:docMk/>
            <pc:sldMk cId="533028285" sldId="257"/>
            <ac:spMk id="55" creationId="{F4E706B8-6B60-740E-4959-26B50A235091}"/>
          </ac:spMkLst>
        </pc:spChg>
        <pc:spChg chg="add mod">
          <ac:chgData name="DAVID CASTIBLANCO" userId="8a3a5922-b1f5-45e2-8091-3e9df8cf8f22" providerId="ADAL" clId="{0EFB1117-2783-494F-9CC6-A8DC59321477}" dt="2026-07-23T16:16:37.588" v="1425" actId="164"/>
          <ac:spMkLst>
            <pc:docMk/>
            <pc:sldMk cId="533028285" sldId="257"/>
            <ac:spMk id="57" creationId="{E9CDDAE3-8ED2-8158-3D7A-AB95E618AB8D}"/>
          </ac:spMkLst>
        </pc:spChg>
        <pc:spChg chg="add del mod">
          <ac:chgData name="DAVID CASTIBLANCO" userId="8a3a5922-b1f5-45e2-8091-3e9df8cf8f22" providerId="ADAL" clId="{0EFB1117-2783-494F-9CC6-A8DC59321477}" dt="2026-07-24T04:44:56.281" v="3530" actId="478"/>
          <ac:spMkLst>
            <pc:docMk/>
            <pc:sldMk cId="533028285" sldId="257"/>
            <ac:spMk id="58" creationId="{6DADBEE3-FFBA-B18C-5DE5-E5758E47D125}"/>
          </ac:spMkLst>
        </pc:spChg>
        <pc:spChg chg="add mod">
          <ac:chgData name="DAVID CASTIBLANCO" userId="8a3a5922-b1f5-45e2-8091-3e9df8cf8f22" providerId="ADAL" clId="{0EFB1117-2783-494F-9CC6-A8DC59321477}" dt="2026-07-23T16:16:37.588" v="1425" actId="164"/>
          <ac:spMkLst>
            <pc:docMk/>
            <pc:sldMk cId="533028285" sldId="257"/>
            <ac:spMk id="59" creationId="{E70D3E5E-23D8-D809-167E-A6ECD2407F86}"/>
          </ac:spMkLst>
        </pc:spChg>
        <pc:spChg chg="add mod">
          <ac:chgData name="DAVID CASTIBLANCO" userId="8a3a5922-b1f5-45e2-8091-3e9df8cf8f22" providerId="ADAL" clId="{0EFB1117-2783-494F-9CC6-A8DC59321477}" dt="2026-07-23T16:16:37.588" v="1425" actId="164"/>
          <ac:spMkLst>
            <pc:docMk/>
            <pc:sldMk cId="533028285" sldId="257"/>
            <ac:spMk id="61" creationId="{23796065-EBEC-478C-F0EA-2FBCDC107794}"/>
          </ac:spMkLst>
        </pc:spChg>
        <pc:spChg chg="add mod">
          <ac:chgData name="DAVID CASTIBLANCO" userId="8a3a5922-b1f5-45e2-8091-3e9df8cf8f22" providerId="ADAL" clId="{0EFB1117-2783-494F-9CC6-A8DC59321477}" dt="2026-07-24T05:07:48.575" v="3859" actId="1076"/>
          <ac:spMkLst>
            <pc:docMk/>
            <pc:sldMk cId="533028285" sldId="257"/>
            <ac:spMk id="62" creationId="{0F6B0B96-AED5-9761-0FAE-1964C41E8B28}"/>
          </ac:spMkLst>
        </pc:spChg>
        <pc:spChg chg="add mod">
          <ac:chgData name="DAVID CASTIBLANCO" userId="8a3a5922-b1f5-45e2-8091-3e9df8cf8f22" providerId="ADAL" clId="{0EFB1117-2783-494F-9CC6-A8DC59321477}" dt="2026-07-23T16:16:45.039" v="1426" actId="164"/>
          <ac:spMkLst>
            <pc:docMk/>
            <pc:sldMk cId="533028285" sldId="257"/>
            <ac:spMk id="63" creationId="{7EC82CBC-E996-FE1F-DB88-D50EB23BFC7F}"/>
          </ac:spMkLst>
        </pc:spChg>
        <pc:spChg chg="add mod">
          <ac:chgData name="DAVID CASTIBLANCO" userId="8a3a5922-b1f5-45e2-8091-3e9df8cf8f22" providerId="ADAL" clId="{0EFB1117-2783-494F-9CC6-A8DC59321477}" dt="2026-07-23T16:16:45.039" v="1426" actId="164"/>
          <ac:spMkLst>
            <pc:docMk/>
            <pc:sldMk cId="533028285" sldId="257"/>
            <ac:spMk id="65" creationId="{B2930BFA-9E21-E30F-80F0-B0BCCAC52E23}"/>
          </ac:spMkLst>
        </pc:spChg>
        <pc:spChg chg="mod">
          <ac:chgData name="DAVID CASTIBLANCO" userId="8a3a5922-b1f5-45e2-8091-3e9df8cf8f22" providerId="ADAL" clId="{0EFB1117-2783-494F-9CC6-A8DC59321477}" dt="2026-07-24T05:07:48.575" v="3859" actId="1076"/>
          <ac:spMkLst>
            <pc:docMk/>
            <pc:sldMk cId="533028285" sldId="257"/>
            <ac:spMk id="66" creationId="{E9CFBFD1-3F66-EA9B-BBA1-4F483E4529B5}"/>
          </ac:spMkLst>
        </pc:spChg>
        <pc:spChg chg="add mod">
          <ac:chgData name="DAVID CASTIBLANCO" userId="8a3a5922-b1f5-45e2-8091-3e9df8cf8f22" providerId="ADAL" clId="{0EFB1117-2783-494F-9CC6-A8DC59321477}" dt="2026-07-23T16:16:45.039" v="1426" actId="164"/>
          <ac:spMkLst>
            <pc:docMk/>
            <pc:sldMk cId="533028285" sldId="257"/>
            <ac:spMk id="67" creationId="{C08A6C13-1FA1-9E19-D61A-17889C94242C}"/>
          </ac:spMkLst>
        </pc:spChg>
        <pc:spChg chg="add mod">
          <ac:chgData name="DAVID CASTIBLANCO" userId="8a3a5922-b1f5-45e2-8091-3e9df8cf8f22" providerId="ADAL" clId="{0EFB1117-2783-494F-9CC6-A8DC59321477}" dt="2026-07-24T06:29:21.273" v="5261" actId="403"/>
          <ac:spMkLst>
            <pc:docMk/>
            <pc:sldMk cId="533028285" sldId="257"/>
            <ac:spMk id="69" creationId="{194B3A73-5CDE-B105-22ED-D639B97C74DB}"/>
          </ac:spMkLst>
        </pc:spChg>
        <pc:spChg chg="add del">
          <ac:chgData name="DAVID CASTIBLANCO" userId="8a3a5922-b1f5-45e2-8091-3e9df8cf8f22" providerId="ADAL" clId="{0EFB1117-2783-494F-9CC6-A8DC59321477}" dt="2026-07-23T15:51:27.087" v="1027" actId="22"/>
          <ac:spMkLst>
            <pc:docMk/>
            <pc:sldMk cId="533028285" sldId="257"/>
            <ac:spMk id="69" creationId="{6923C8C8-30A7-8564-6EE3-957553D2C9EE}"/>
          </ac:spMkLst>
        </pc:spChg>
        <pc:spChg chg="add del mod">
          <ac:chgData name="DAVID CASTIBLANCO" userId="8a3a5922-b1f5-45e2-8091-3e9df8cf8f22" providerId="ADAL" clId="{0EFB1117-2783-494F-9CC6-A8DC59321477}" dt="2026-07-24T04:32:56.003" v="3496" actId="478"/>
          <ac:spMkLst>
            <pc:docMk/>
            <pc:sldMk cId="533028285" sldId="257"/>
            <ac:spMk id="75" creationId="{5FA0C21B-6450-7EEF-64E7-225F02852B77}"/>
          </ac:spMkLst>
        </pc:spChg>
        <pc:spChg chg="add del">
          <ac:chgData name="DAVID CASTIBLANCO" userId="8a3a5922-b1f5-45e2-8091-3e9df8cf8f22" providerId="ADAL" clId="{0EFB1117-2783-494F-9CC6-A8DC59321477}" dt="2026-07-24T04:45:00.237" v="3531" actId="478"/>
          <ac:spMkLst>
            <pc:docMk/>
            <pc:sldMk cId="533028285" sldId="257"/>
            <ac:spMk id="76" creationId="{FD9DD2A5-CD96-1603-62DF-2898396A8F8A}"/>
          </ac:spMkLst>
        </pc:spChg>
        <pc:spChg chg="add mod ord">
          <ac:chgData name="DAVID CASTIBLANCO" userId="8a3a5922-b1f5-45e2-8091-3e9df8cf8f22" providerId="ADAL" clId="{0EFB1117-2783-494F-9CC6-A8DC59321477}" dt="2026-07-24T05:08:21.499" v="3963" actId="1038"/>
          <ac:spMkLst>
            <pc:docMk/>
            <pc:sldMk cId="533028285" sldId="257"/>
            <ac:spMk id="78" creationId="{3A584601-B6D4-500B-2CCA-E57B4367E42E}"/>
          </ac:spMkLst>
        </pc:spChg>
        <pc:spChg chg="mod">
          <ac:chgData name="DAVID CASTIBLANCO" userId="8a3a5922-b1f5-45e2-8091-3e9df8cf8f22" providerId="ADAL" clId="{0EFB1117-2783-494F-9CC6-A8DC59321477}" dt="2026-07-24T05:08:31.956" v="3964" actId="1076"/>
          <ac:spMkLst>
            <pc:docMk/>
            <pc:sldMk cId="533028285" sldId="257"/>
            <ac:spMk id="80" creationId="{61CD0F62-B82C-E9DB-8488-5C9890E966DF}"/>
          </ac:spMkLst>
        </pc:spChg>
        <pc:spChg chg="mod">
          <ac:chgData name="DAVID CASTIBLANCO" userId="8a3a5922-b1f5-45e2-8091-3e9df8cf8f22" providerId="ADAL" clId="{0EFB1117-2783-494F-9CC6-A8DC59321477}" dt="2026-07-24T06:29:21.273" v="5261" actId="403"/>
          <ac:spMkLst>
            <pc:docMk/>
            <pc:sldMk cId="533028285" sldId="257"/>
            <ac:spMk id="82" creationId="{C0DF1E51-C0DC-BE3E-086C-4D3A0C2A5C0B}"/>
          </ac:spMkLst>
        </pc:spChg>
        <pc:spChg chg="add del mod">
          <ac:chgData name="DAVID CASTIBLANCO" userId="8a3a5922-b1f5-45e2-8091-3e9df8cf8f22" providerId="ADAL" clId="{0EFB1117-2783-494F-9CC6-A8DC59321477}" dt="2026-07-24T05:12:02.236" v="4076" actId="478"/>
          <ac:spMkLst>
            <pc:docMk/>
            <pc:sldMk cId="533028285" sldId="257"/>
            <ac:spMk id="84" creationId="{12B8F09F-BE22-6A58-0E2E-ED758D5003A9}"/>
          </ac:spMkLst>
        </pc:spChg>
        <pc:spChg chg="del mod">
          <ac:chgData name="DAVID CASTIBLANCO" userId="8a3a5922-b1f5-45e2-8091-3e9df8cf8f22" providerId="ADAL" clId="{0EFB1117-2783-494F-9CC6-A8DC59321477}" dt="2026-07-24T06:29:32.754" v="5262" actId="478"/>
          <ac:spMkLst>
            <pc:docMk/>
            <pc:sldMk cId="533028285" sldId="257"/>
            <ac:spMk id="86" creationId="{224B5258-5B27-8724-CF3C-5D30F4098429}"/>
          </ac:spMkLst>
        </pc:spChg>
        <pc:spChg chg="add del mod">
          <ac:chgData name="DAVID CASTIBLANCO" userId="8a3a5922-b1f5-45e2-8091-3e9df8cf8f22" providerId="ADAL" clId="{0EFB1117-2783-494F-9CC6-A8DC59321477}" dt="2026-07-24T05:12:05.202" v="4077" actId="478"/>
          <ac:spMkLst>
            <pc:docMk/>
            <pc:sldMk cId="533028285" sldId="257"/>
            <ac:spMk id="88" creationId="{F9FB2660-A0E4-F083-B1E7-CEAC3D785493}"/>
          </ac:spMkLst>
        </pc:spChg>
        <pc:spChg chg="add del mod">
          <ac:chgData name="DAVID CASTIBLANCO" userId="8a3a5922-b1f5-45e2-8091-3e9df8cf8f22" providerId="ADAL" clId="{0EFB1117-2783-494F-9CC6-A8DC59321477}" dt="2026-07-24T05:03:58.187" v="3797" actId="478"/>
          <ac:spMkLst>
            <pc:docMk/>
            <pc:sldMk cId="533028285" sldId="257"/>
            <ac:spMk id="90" creationId="{A534B215-CEDC-1624-25D5-A88D4807D87B}"/>
          </ac:spMkLst>
        </pc:spChg>
        <pc:spChg chg="del mod">
          <ac:chgData name="DAVID CASTIBLANCO" userId="8a3a5922-b1f5-45e2-8091-3e9df8cf8f22" providerId="ADAL" clId="{0EFB1117-2783-494F-9CC6-A8DC59321477}" dt="2026-07-24T05:04:01.171" v="3798" actId="478"/>
          <ac:spMkLst>
            <pc:docMk/>
            <pc:sldMk cId="533028285" sldId="257"/>
            <ac:spMk id="92" creationId="{CBD37E88-A359-1159-61AD-B02CFA442E5E}"/>
          </ac:spMkLst>
        </pc:spChg>
        <pc:spChg chg="add del mod">
          <ac:chgData name="DAVID CASTIBLANCO" userId="8a3a5922-b1f5-45e2-8091-3e9df8cf8f22" providerId="ADAL" clId="{0EFB1117-2783-494F-9CC6-A8DC59321477}" dt="2026-07-24T04:45:18.881" v="3539" actId="478"/>
          <ac:spMkLst>
            <pc:docMk/>
            <pc:sldMk cId="533028285" sldId="257"/>
            <ac:spMk id="94" creationId="{D5718A98-E00C-4796-E57E-CA4ECA2914CB}"/>
          </ac:spMkLst>
        </pc:spChg>
        <pc:spChg chg="add del mod">
          <ac:chgData name="DAVID CASTIBLANCO" userId="8a3a5922-b1f5-45e2-8091-3e9df8cf8f22" providerId="ADAL" clId="{0EFB1117-2783-494F-9CC6-A8DC59321477}" dt="2026-07-24T05:13:45.229" v="4092" actId="478"/>
          <ac:spMkLst>
            <pc:docMk/>
            <pc:sldMk cId="533028285" sldId="257"/>
            <ac:spMk id="96" creationId="{A380A804-D2D5-04FB-65F4-12456D33B34B}"/>
          </ac:spMkLst>
        </pc:spChg>
        <pc:spChg chg="add mod ord topLvl">
          <ac:chgData name="DAVID CASTIBLANCO" userId="8a3a5922-b1f5-45e2-8091-3e9df8cf8f22" providerId="ADAL" clId="{0EFB1117-2783-494F-9CC6-A8DC59321477}" dt="2026-07-24T05:01:32.556" v="3768" actId="14100"/>
          <ac:spMkLst>
            <pc:docMk/>
            <pc:sldMk cId="533028285" sldId="257"/>
            <ac:spMk id="97" creationId="{504D2B93-6ECF-CBD4-58DD-F8408846B68F}"/>
          </ac:spMkLst>
        </pc:spChg>
        <pc:spChg chg="add mod">
          <ac:chgData name="DAVID CASTIBLANCO" userId="8a3a5922-b1f5-45e2-8091-3e9df8cf8f22" providerId="ADAL" clId="{0EFB1117-2783-494F-9CC6-A8DC59321477}" dt="2026-07-24T05:01:42.857" v="3769" actId="1076"/>
          <ac:spMkLst>
            <pc:docMk/>
            <pc:sldMk cId="533028285" sldId="257"/>
            <ac:spMk id="101" creationId="{8373EC7C-19C6-BF78-1208-31BC5E9E79EE}"/>
          </ac:spMkLst>
        </pc:spChg>
        <pc:spChg chg="add del mod">
          <ac:chgData name="DAVID CASTIBLANCO" userId="8a3a5922-b1f5-45e2-8091-3e9df8cf8f22" providerId="ADAL" clId="{0EFB1117-2783-494F-9CC6-A8DC59321477}" dt="2026-07-24T04:50:02.332" v="3613" actId="11529"/>
          <ac:spMkLst>
            <pc:docMk/>
            <pc:sldMk cId="533028285" sldId="257"/>
            <ac:spMk id="102" creationId="{AF1D4074-AC3F-C06D-545F-AB35E035B509}"/>
          </ac:spMkLst>
        </pc:spChg>
        <pc:spChg chg="add mod">
          <ac:chgData name="DAVID CASTIBLANCO" userId="8a3a5922-b1f5-45e2-8091-3e9df8cf8f22" providerId="ADAL" clId="{0EFB1117-2783-494F-9CC6-A8DC59321477}" dt="2026-07-24T04:53:46.685" v="3687" actId="165"/>
          <ac:spMkLst>
            <pc:docMk/>
            <pc:sldMk cId="533028285" sldId="257"/>
            <ac:spMk id="103" creationId="{BD3A376C-B60B-9B78-390E-959183082FE4}"/>
          </ac:spMkLst>
        </pc:spChg>
        <pc:spChg chg="add mod">
          <ac:chgData name="DAVID CASTIBLANCO" userId="8a3a5922-b1f5-45e2-8091-3e9df8cf8f22" providerId="ADAL" clId="{0EFB1117-2783-494F-9CC6-A8DC59321477}" dt="2026-07-24T04:54:14.654" v="3697" actId="692"/>
          <ac:spMkLst>
            <pc:docMk/>
            <pc:sldMk cId="533028285" sldId="257"/>
            <ac:spMk id="105" creationId="{0F5E60F5-47C2-0A93-1FE7-5A23ED226AA2}"/>
          </ac:spMkLst>
        </pc:spChg>
        <pc:spChg chg="add del">
          <ac:chgData name="DAVID CASTIBLANCO" userId="8a3a5922-b1f5-45e2-8091-3e9df8cf8f22" providerId="ADAL" clId="{0EFB1117-2783-494F-9CC6-A8DC59321477}" dt="2026-07-24T04:51:53.831" v="3654" actId="22"/>
          <ac:spMkLst>
            <pc:docMk/>
            <pc:sldMk cId="533028285" sldId="257"/>
            <ac:spMk id="107" creationId="{31A00DB5-EABD-FA50-4177-4D0265621727}"/>
          </ac:spMkLst>
        </pc:spChg>
        <pc:spChg chg="add del">
          <ac:chgData name="DAVID CASTIBLANCO" userId="8a3a5922-b1f5-45e2-8091-3e9df8cf8f22" providerId="ADAL" clId="{0EFB1117-2783-494F-9CC6-A8DC59321477}" dt="2026-07-24T04:51:53.831" v="3654" actId="22"/>
          <ac:spMkLst>
            <pc:docMk/>
            <pc:sldMk cId="533028285" sldId="257"/>
            <ac:spMk id="109" creationId="{409820FE-81B3-EA32-0793-E17C3722EF37}"/>
          </ac:spMkLst>
        </pc:spChg>
        <pc:spChg chg="add del mod">
          <ac:chgData name="DAVID CASTIBLANCO" userId="8a3a5922-b1f5-45e2-8091-3e9df8cf8f22" providerId="ADAL" clId="{0EFB1117-2783-494F-9CC6-A8DC59321477}" dt="2026-07-24T05:01:56.464" v="3773" actId="478"/>
          <ac:spMkLst>
            <pc:docMk/>
            <pc:sldMk cId="533028285" sldId="257"/>
            <ac:spMk id="115" creationId="{FD6F3015-C142-792F-379C-3422312C4D46}"/>
          </ac:spMkLst>
        </pc:spChg>
        <pc:spChg chg="add mod">
          <ac:chgData name="DAVID CASTIBLANCO" userId="8a3a5922-b1f5-45e2-8091-3e9df8cf8f22" providerId="ADAL" clId="{0EFB1117-2783-494F-9CC6-A8DC59321477}" dt="2026-07-24T05:02:24.969" v="3779" actId="1076"/>
          <ac:spMkLst>
            <pc:docMk/>
            <pc:sldMk cId="533028285" sldId="257"/>
            <ac:spMk id="116" creationId="{FA88712E-1A1E-BC34-5572-56BEAE5AFCA6}"/>
          </ac:spMkLst>
        </pc:spChg>
        <pc:spChg chg="mod">
          <ac:chgData name="DAVID CASTIBLANCO" userId="8a3a5922-b1f5-45e2-8091-3e9df8cf8f22" providerId="ADAL" clId="{0EFB1117-2783-494F-9CC6-A8DC59321477}" dt="2026-07-24T04:54:52.337" v="3703"/>
          <ac:spMkLst>
            <pc:docMk/>
            <pc:sldMk cId="533028285" sldId="257"/>
            <ac:spMk id="120" creationId="{FEA452AD-938D-99B5-32F7-23B933425F29}"/>
          </ac:spMkLst>
        </pc:spChg>
        <pc:spChg chg="mod">
          <ac:chgData name="DAVID CASTIBLANCO" userId="8a3a5922-b1f5-45e2-8091-3e9df8cf8f22" providerId="ADAL" clId="{0EFB1117-2783-494F-9CC6-A8DC59321477}" dt="2026-07-24T04:57:42.853" v="3736" actId="1076"/>
          <ac:spMkLst>
            <pc:docMk/>
            <pc:sldMk cId="533028285" sldId="257"/>
            <ac:spMk id="121" creationId="{6E9E2B11-E2E6-CC72-E0E4-C8C3554A9264}"/>
          </ac:spMkLst>
        </pc:spChg>
        <pc:spChg chg="add mod">
          <ac:chgData name="DAVID CASTIBLANCO" userId="8a3a5922-b1f5-45e2-8091-3e9df8cf8f22" providerId="ADAL" clId="{0EFB1117-2783-494F-9CC6-A8DC59321477}" dt="2026-07-24T05:02:29.480" v="3780" actId="14100"/>
          <ac:spMkLst>
            <pc:docMk/>
            <pc:sldMk cId="533028285" sldId="257"/>
            <ac:spMk id="122" creationId="{D9BB9689-CA3C-9823-D688-4A515FC16970}"/>
          </ac:spMkLst>
        </pc:spChg>
        <pc:spChg chg="add mod">
          <ac:chgData name="DAVID CASTIBLANCO" userId="8a3a5922-b1f5-45e2-8091-3e9df8cf8f22" providerId="ADAL" clId="{0EFB1117-2783-494F-9CC6-A8DC59321477}" dt="2026-07-24T05:02:36.535" v="3781" actId="1076"/>
          <ac:spMkLst>
            <pc:docMk/>
            <pc:sldMk cId="533028285" sldId="257"/>
            <ac:spMk id="123" creationId="{9DD02AC0-D21A-17B0-0FD4-C4D40BC61C79}"/>
          </ac:spMkLst>
        </pc:spChg>
        <pc:spChg chg="mod">
          <ac:chgData name="DAVID CASTIBLANCO" userId="8a3a5922-b1f5-45e2-8091-3e9df8cf8f22" providerId="ADAL" clId="{0EFB1117-2783-494F-9CC6-A8DC59321477}" dt="2026-07-24T04:55:08.375" v="3708"/>
          <ac:spMkLst>
            <pc:docMk/>
            <pc:sldMk cId="533028285" sldId="257"/>
            <ac:spMk id="127" creationId="{B07B47C8-7C0F-25E0-BBEF-33D87C60F48E}"/>
          </ac:spMkLst>
        </pc:spChg>
        <pc:spChg chg="mod">
          <ac:chgData name="DAVID CASTIBLANCO" userId="8a3a5922-b1f5-45e2-8091-3e9df8cf8f22" providerId="ADAL" clId="{0EFB1117-2783-494F-9CC6-A8DC59321477}" dt="2026-07-24T04:59:34.524" v="3752" actId="1076"/>
          <ac:spMkLst>
            <pc:docMk/>
            <pc:sldMk cId="533028285" sldId="257"/>
            <ac:spMk id="128" creationId="{6B3722B7-BC69-AE7A-C05A-E80869431E8F}"/>
          </ac:spMkLst>
        </pc:spChg>
        <pc:spChg chg="add mod ord">
          <ac:chgData name="DAVID CASTIBLANCO" userId="8a3a5922-b1f5-45e2-8091-3e9df8cf8f22" providerId="ADAL" clId="{0EFB1117-2783-494F-9CC6-A8DC59321477}" dt="2026-07-24T05:02:12.644" v="3778" actId="692"/>
          <ac:spMkLst>
            <pc:docMk/>
            <pc:sldMk cId="533028285" sldId="257"/>
            <ac:spMk id="134" creationId="{E391C78F-B31A-0048-9EDE-E3C4E27431C9}"/>
          </ac:spMkLst>
        </pc:spChg>
        <pc:spChg chg="add mod">
          <ac:chgData name="DAVID CASTIBLANCO" userId="8a3a5922-b1f5-45e2-8091-3e9df8cf8f22" providerId="ADAL" clId="{0EFB1117-2783-494F-9CC6-A8DC59321477}" dt="2026-07-24T06:29:52.718" v="5278" actId="122"/>
          <ac:spMkLst>
            <pc:docMk/>
            <pc:sldMk cId="533028285" sldId="257"/>
            <ac:spMk id="136" creationId="{BB2BFA08-C84A-529F-5A83-BCA8DBF38C19}"/>
          </ac:spMkLst>
        </pc:spChg>
        <pc:spChg chg="add mod">
          <ac:chgData name="DAVID CASTIBLANCO" userId="8a3a5922-b1f5-45e2-8091-3e9df8cf8f22" providerId="ADAL" clId="{0EFB1117-2783-494F-9CC6-A8DC59321477}" dt="2026-07-24T05:11:10.779" v="4028" actId="20577"/>
          <ac:spMkLst>
            <pc:docMk/>
            <pc:sldMk cId="533028285" sldId="257"/>
            <ac:spMk id="142" creationId="{2B41D55A-312C-1C85-CECC-C7513EE4A7A7}"/>
          </ac:spMkLst>
        </pc:spChg>
        <pc:spChg chg="add mod">
          <ac:chgData name="DAVID CASTIBLANCO" userId="8a3a5922-b1f5-45e2-8091-3e9df8cf8f22" providerId="ADAL" clId="{0EFB1117-2783-494F-9CC6-A8DC59321477}" dt="2026-07-24T06:29:45.674" v="5275" actId="1076"/>
          <ac:spMkLst>
            <pc:docMk/>
            <pc:sldMk cId="533028285" sldId="257"/>
            <ac:spMk id="144" creationId="{A18CBF42-DD8F-999B-B1F2-05DF534276C7}"/>
          </ac:spMkLst>
        </pc:spChg>
        <pc:spChg chg="add mod">
          <ac:chgData name="DAVID CASTIBLANCO" userId="8a3a5922-b1f5-45e2-8091-3e9df8cf8f22" providerId="ADAL" clId="{0EFB1117-2783-494F-9CC6-A8DC59321477}" dt="2026-07-24T06:29:21.273" v="5261" actId="403"/>
          <ac:spMkLst>
            <pc:docMk/>
            <pc:sldMk cId="533028285" sldId="257"/>
            <ac:spMk id="148" creationId="{24B0906E-FC2D-1D33-7BF8-B634FCB1EE5A}"/>
          </ac:spMkLst>
        </pc:spChg>
        <pc:grpChg chg="add mod">
          <ac:chgData name="DAVID CASTIBLANCO" userId="8a3a5922-b1f5-45e2-8091-3e9df8cf8f22" providerId="ADAL" clId="{0EFB1117-2783-494F-9CC6-A8DC59321477}" dt="2026-07-23T16:16:17.792" v="1423" actId="164"/>
          <ac:grpSpMkLst>
            <pc:docMk/>
            <pc:sldMk cId="533028285" sldId="257"/>
            <ac:grpSpMk id="70" creationId="{A902DFEF-2CEA-9691-9D01-E829A78A34C8}"/>
          </ac:grpSpMkLst>
        </pc:grpChg>
        <pc:grpChg chg="add mod">
          <ac:chgData name="DAVID CASTIBLANCO" userId="8a3a5922-b1f5-45e2-8091-3e9df8cf8f22" providerId="ADAL" clId="{0EFB1117-2783-494F-9CC6-A8DC59321477}" dt="2026-07-23T16:16:29.036" v="1424" actId="164"/>
          <ac:grpSpMkLst>
            <pc:docMk/>
            <pc:sldMk cId="533028285" sldId="257"/>
            <ac:grpSpMk id="71" creationId="{99CA200B-391D-27D0-7720-664BD347AB7F}"/>
          </ac:grpSpMkLst>
        </pc:grpChg>
        <pc:grpChg chg="add mod">
          <ac:chgData name="DAVID CASTIBLANCO" userId="8a3a5922-b1f5-45e2-8091-3e9df8cf8f22" providerId="ADAL" clId="{0EFB1117-2783-494F-9CC6-A8DC59321477}" dt="2026-07-23T16:16:37.588" v="1425" actId="164"/>
          <ac:grpSpMkLst>
            <pc:docMk/>
            <pc:sldMk cId="533028285" sldId="257"/>
            <ac:grpSpMk id="72" creationId="{54C774EE-96FB-5B71-B071-0A2EB93CA356}"/>
          </ac:grpSpMkLst>
        </pc:grpChg>
        <pc:grpChg chg="add mod">
          <ac:chgData name="DAVID CASTIBLANCO" userId="8a3a5922-b1f5-45e2-8091-3e9df8cf8f22" providerId="ADAL" clId="{0EFB1117-2783-494F-9CC6-A8DC59321477}" dt="2026-07-23T16:16:45.039" v="1426" actId="164"/>
          <ac:grpSpMkLst>
            <pc:docMk/>
            <pc:sldMk cId="533028285" sldId="257"/>
            <ac:grpSpMk id="73" creationId="{A5F47C6F-7295-28EC-36BD-393D6C35CBB8}"/>
          </ac:grpSpMkLst>
        </pc:grpChg>
        <pc:grpChg chg="add mod topLvl">
          <ac:chgData name="DAVID CASTIBLANCO" userId="8a3a5922-b1f5-45e2-8091-3e9df8cf8f22" providerId="ADAL" clId="{0EFB1117-2783-494F-9CC6-A8DC59321477}" dt="2026-07-24T04:53:53.790" v="3688" actId="164"/>
          <ac:grpSpMkLst>
            <pc:docMk/>
            <pc:sldMk cId="533028285" sldId="257"/>
            <ac:grpSpMk id="110" creationId="{F22DAB45-5111-FF07-E6D4-9F01D76738BF}"/>
          </ac:grpSpMkLst>
        </pc:grpChg>
        <pc:grpChg chg="add del mod">
          <ac:chgData name="DAVID CASTIBLANCO" userId="8a3a5922-b1f5-45e2-8091-3e9df8cf8f22" providerId="ADAL" clId="{0EFB1117-2783-494F-9CC6-A8DC59321477}" dt="2026-07-24T04:53:46.685" v="3687" actId="165"/>
          <ac:grpSpMkLst>
            <pc:docMk/>
            <pc:sldMk cId="533028285" sldId="257"/>
            <ac:grpSpMk id="113" creationId="{59AD4107-9234-85D2-B496-F82EA7BC4022}"/>
          </ac:grpSpMkLst>
        </pc:grpChg>
        <pc:grpChg chg="add mod">
          <ac:chgData name="DAVID CASTIBLANCO" userId="8a3a5922-b1f5-45e2-8091-3e9df8cf8f22" providerId="ADAL" clId="{0EFB1117-2783-494F-9CC6-A8DC59321477}" dt="2026-07-24T05:01:42.857" v="3769" actId="1076"/>
          <ac:grpSpMkLst>
            <pc:docMk/>
            <pc:sldMk cId="533028285" sldId="257"/>
            <ac:grpSpMk id="114" creationId="{C25D0C20-C8E4-7F08-B9C4-064EFD011B13}"/>
          </ac:grpSpMkLst>
        </pc:grpChg>
        <pc:grpChg chg="add del mod">
          <ac:chgData name="DAVID CASTIBLANCO" userId="8a3a5922-b1f5-45e2-8091-3e9df8cf8f22" providerId="ADAL" clId="{0EFB1117-2783-494F-9CC6-A8DC59321477}" dt="2026-07-24T04:58:30.706" v="3744" actId="478"/>
          <ac:grpSpMkLst>
            <pc:docMk/>
            <pc:sldMk cId="533028285" sldId="257"/>
            <ac:grpSpMk id="117" creationId="{883D2FF4-2372-734A-794C-98B4224C3BA1}"/>
          </ac:grpSpMkLst>
        </pc:grpChg>
        <pc:grpChg chg="mod topLvl">
          <ac:chgData name="DAVID CASTIBLANCO" userId="8a3a5922-b1f5-45e2-8091-3e9df8cf8f22" providerId="ADAL" clId="{0EFB1117-2783-494F-9CC6-A8DC59321477}" dt="2026-07-24T04:58:39.199" v="3745" actId="164"/>
          <ac:grpSpMkLst>
            <pc:docMk/>
            <pc:sldMk cId="533028285" sldId="257"/>
            <ac:grpSpMk id="118" creationId="{576A7BC1-5C7B-6C1C-EA9A-2444586C1D27}"/>
          </ac:grpSpMkLst>
        </pc:grpChg>
        <pc:grpChg chg="add del mod">
          <ac:chgData name="DAVID CASTIBLANCO" userId="8a3a5922-b1f5-45e2-8091-3e9df8cf8f22" providerId="ADAL" clId="{0EFB1117-2783-494F-9CC6-A8DC59321477}" dt="2026-07-24T05:00:01.831" v="3758" actId="478"/>
          <ac:grpSpMkLst>
            <pc:docMk/>
            <pc:sldMk cId="533028285" sldId="257"/>
            <ac:grpSpMk id="124" creationId="{1124508E-485F-3335-A02B-96E7D80D685B}"/>
          </ac:grpSpMkLst>
        </pc:grpChg>
        <pc:grpChg chg="mod topLvl">
          <ac:chgData name="DAVID CASTIBLANCO" userId="8a3a5922-b1f5-45e2-8091-3e9df8cf8f22" providerId="ADAL" clId="{0EFB1117-2783-494F-9CC6-A8DC59321477}" dt="2026-07-24T05:00:17.644" v="3760" actId="164"/>
          <ac:grpSpMkLst>
            <pc:docMk/>
            <pc:sldMk cId="533028285" sldId="257"/>
            <ac:grpSpMk id="125" creationId="{6773C357-45A9-923A-9B97-F0BD4AA74A79}"/>
          </ac:grpSpMkLst>
        </pc:grpChg>
        <pc:grpChg chg="add mod">
          <ac:chgData name="DAVID CASTIBLANCO" userId="8a3a5922-b1f5-45e2-8091-3e9df8cf8f22" providerId="ADAL" clId="{0EFB1117-2783-494F-9CC6-A8DC59321477}" dt="2026-07-24T05:02:24.969" v="3779" actId="1076"/>
          <ac:grpSpMkLst>
            <pc:docMk/>
            <pc:sldMk cId="533028285" sldId="257"/>
            <ac:grpSpMk id="129" creationId="{DE87DF0C-2734-9F5E-B455-66FF7A3509D1}"/>
          </ac:grpSpMkLst>
        </pc:grpChg>
        <pc:grpChg chg="add mod">
          <ac:chgData name="DAVID CASTIBLANCO" userId="8a3a5922-b1f5-45e2-8091-3e9df8cf8f22" providerId="ADAL" clId="{0EFB1117-2783-494F-9CC6-A8DC59321477}" dt="2026-07-24T05:02:36.535" v="3781" actId="1076"/>
          <ac:grpSpMkLst>
            <pc:docMk/>
            <pc:sldMk cId="533028285" sldId="257"/>
            <ac:grpSpMk id="132" creationId="{CBD54A33-63E8-A4A3-F00E-FE2C96F3B271}"/>
          </ac:grpSpMkLst>
        </pc:grpChg>
        <pc:graphicFrameChg chg="add mod modGraphic">
          <ac:chgData name="DAVID CASTIBLANCO" userId="8a3a5922-b1f5-45e2-8091-3e9df8cf8f22" providerId="ADAL" clId="{0EFB1117-2783-494F-9CC6-A8DC59321477}" dt="2026-07-23T18:06:18.217" v="2469" actId="113"/>
          <ac:graphicFrameMkLst>
            <pc:docMk/>
            <pc:sldMk cId="533028285" sldId="257"/>
            <ac:graphicFrameMk id="16" creationId="{07658CED-E88F-72E9-35EE-24DBEBEA629B}"/>
          </ac:graphicFrameMkLst>
        </pc:graphicFrameChg>
        <pc:graphicFrameChg chg="add mod">
          <ac:chgData name="DAVID CASTIBLANCO" userId="8a3a5922-b1f5-45e2-8091-3e9df8cf8f22" providerId="ADAL" clId="{0EFB1117-2783-494F-9CC6-A8DC59321477}" dt="2026-07-23T18:07:00.130" v="2474" actId="207"/>
          <ac:graphicFrameMkLst>
            <pc:docMk/>
            <pc:sldMk cId="533028285" sldId="257"/>
            <ac:graphicFrameMk id="20" creationId="{8EF29587-8AB7-9171-E6D1-4B3ADCF0973E}"/>
          </ac:graphicFrameMkLst>
        </pc:graphicFrameChg>
        <pc:picChg chg="add mod ord">
          <ac:chgData name="DAVID CASTIBLANCO" userId="8a3a5922-b1f5-45e2-8091-3e9df8cf8f22" providerId="ADAL" clId="{0EFB1117-2783-494F-9CC6-A8DC59321477}" dt="2026-07-24T04:58:39.199" v="3745" actId="164"/>
          <ac:picMkLst>
            <pc:docMk/>
            <pc:sldMk cId="533028285" sldId="257"/>
            <ac:picMk id="12" creationId="{D6694433-FF5E-BFBC-A2AB-9896D83D3E3F}"/>
          </ac:picMkLst>
        </pc:picChg>
        <pc:picChg chg="add del">
          <ac:chgData name="DAVID CASTIBLANCO" userId="8a3a5922-b1f5-45e2-8091-3e9df8cf8f22" providerId="ADAL" clId="{0EFB1117-2783-494F-9CC6-A8DC59321477}" dt="2026-07-23T15:29:54.328" v="592" actId="22"/>
          <ac:picMkLst>
            <pc:docMk/>
            <pc:sldMk cId="533028285" sldId="257"/>
            <ac:picMk id="29" creationId="{229793ED-4A70-3090-93D9-16B8573BAE58}"/>
          </ac:picMkLst>
        </pc:picChg>
        <pc:picChg chg="add del">
          <ac:chgData name="DAVID CASTIBLANCO" userId="8a3a5922-b1f5-45e2-8091-3e9df8cf8f22" providerId="ADAL" clId="{0EFB1117-2783-494F-9CC6-A8DC59321477}" dt="2026-07-23T15:29:55.651" v="595" actId="478"/>
          <ac:picMkLst>
            <pc:docMk/>
            <pc:sldMk cId="533028285" sldId="257"/>
            <ac:picMk id="30" creationId="{89262C12-2424-20F8-3A1D-920A8D520A8E}"/>
          </ac:picMkLst>
        </pc:picChg>
        <pc:picChg chg="add del mod modCrop">
          <ac:chgData name="DAVID CASTIBLANCO" userId="8a3a5922-b1f5-45e2-8091-3e9df8cf8f22" providerId="ADAL" clId="{0EFB1117-2783-494F-9CC6-A8DC59321477}" dt="2026-07-24T04:32:56.003" v="3496" actId="478"/>
          <ac:picMkLst>
            <pc:docMk/>
            <pc:sldMk cId="533028285" sldId="257"/>
            <ac:picMk id="31" creationId="{71E7575D-4927-EF85-6127-13F02A742BC8}"/>
          </ac:picMkLst>
        </pc:picChg>
        <pc:picChg chg="add mod modCrop">
          <ac:chgData name="DAVID CASTIBLANCO" userId="8a3a5922-b1f5-45e2-8091-3e9df8cf8f22" providerId="ADAL" clId="{0EFB1117-2783-494F-9CC6-A8DC59321477}" dt="2026-07-23T15:36:14.918" v="687" actId="1076"/>
          <ac:picMkLst>
            <pc:docMk/>
            <pc:sldMk cId="533028285" sldId="257"/>
            <ac:picMk id="35" creationId="{8A939E0A-5CF9-F2E0-14D7-528880726D7E}"/>
          </ac:picMkLst>
        </pc:picChg>
        <pc:picChg chg="add mod">
          <ac:chgData name="DAVID CASTIBLANCO" userId="8a3a5922-b1f5-45e2-8091-3e9df8cf8f22" providerId="ADAL" clId="{0EFB1117-2783-494F-9CC6-A8DC59321477}" dt="2026-07-23T15:36:14.918" v="687" actId="1076"/>
          <ac:picMkLst>
            <pc:docMk/>
            <pc:sldMk cId="533028285" sldId="257"/>
            <ac:picMk id="37" creationId="{62E84E24-AB7E-CFB7-DC2B-C2A9D1C48A05}"/>
          </ac:picMkLst>
        </pc:picChg>
        <pc:picChg chg="add del mod">
          <ac:chgData name="DAVID CASTIBLANCO" userId="8a3a5922-b1f5-45e2-8091-3e9df8cf8f22" providerId="ADAL" clId="{0EFB1117-2783-494F-9CC6-A8DC59321477}" dt="2026-07-23T15:40:15.847" v="709" actId="478"/>
          <ac:picMkLst>
            <pc:docMk/>
            <pc:sldMk cId="533028285" sldId="257"/>
            <ac:picMk id="41" creationId="{417B0435-73E8-81DD-74C3-479CCCC19B97}"/>
          </ac:picMkLst>
        </pc:picChg>
        <pc:picChg chg="add mod">
          <ac:chgData name="DAVID CASTIBLANCO" userId="8a3a5922-b1f5-45e2-8091-3e9df8cf8f22" providerId="ADAL" clId="{0EFB1117-2783-494F-9CC6-A8DC59321477}" dt="2026-07-24T04:32:48.548" v="3494" actId="478"/>
          <ac:picMkLst>
            <pc:docMk/>
            <pc:sldMk cId="533028285" sldId="257"/>
            <ac:picMk id="43" creationId="{9D2AED8A-3831-D1E2-D29E-0DA1C0EEB1E9}"/>
          </ac:picMkLst>
        </pc:picChg>
        <pc:picChg chg="add del mod">
          <ac:chgData name="DAVID CASTIBLANCO" userId="8a3a5922-b1f5-45e2-8091-3e9df8cf8f22" providerId="ADAL" clId="{0EFB1117-2783-494F-9CC6-A8DC59321477}" dt="2026-07-24T04:49:52.388" v="3609" actId="478"/>
          <ac:picMkLst>
            <pc:docMk/>
            <pc:sldMk cId="533028285" sldId="257"/>
            <ac:picMk id="99" creationId="{4D2B75ED-C56D-B28A-4549-4653DC2450E4}"/>
          </ac:picMkLst>
        </pc:picChg>
        <pc:picChg chg="add mod topLvl">
          <ac:chgData name="DAVID CASTIBLANCO" userId="8a3a5922-b1f5-45e2-8091-3e9df8cf8f22" providerId="ADAL" clId="{0EFB1117-2783-494F-9CC6-A8DC59321477}" dt="2026-07-24T04:54:21.492" v="3698" actId="207"/>
          <ac:picMkLst>
            <pc:docMk/>
            <pc:sldMk cId="533028285" sldId="257"/>
            <ac:picMk id="112" creationId="{1FD1EE5B-1FB8-886E-4D41-4FC13CA19866}"/>
          </ac:picMkLst>
        </pc:picChg>
        <pc:picChg chg="del mod topLvl">
          <ac:chgData name="DAVID CASTIBLANCO" userId="8a3a5922-b1f5-45e2-8091-3e9df8cf8f22" providerId="ADAL" clId="{0EFB1117-2783-494F-9CC6-A8DC59321477}" dt="2026-07-24T04:58:30.706" v="3744" actId="478"/>
          <ac:picMkLst>
            <pc:docMk/>
            <pc:sldMk cId="533028285" sldId="257"/>
            <ac:picMk id="119" creationId="{C5E73A9F-CB2E-794B-6442-70A2CA888D15}"/>
          </ac:picMkLst>
        </pc:picChg>
        <pc:picChg chg="del mod topLvl">
          <ac:chgData name="DAVID CASTIBLANCO" userId="8a3a5922-b1f5-45e2-8091-3e9df8cf8f22" providerId="ADAL" clId="{0EFB1117-2783-494F-9CC6-A8DC59321477}" dt="2026-07-24T05:00:01.831" v="3758" actId="478"/>
          <ac:picMkLst>
            <pc:docMk/>
            <pc:sldMk cId="533028285" sldId="257"/>
            <ac:picMk id="126" creationId="{FFEFF209-35CA-6E2D-2077-988A8E4A8B7E}"/>
          </ac:picMkLst>
        </pc:picChg>
        <pc:picChg chg="add mod">
          <ac:chgData name="DAVID CASTIBLANCO" userId="8a3a5922-b1f5-45e2-8091-3e9df8cf8f22" providerId="ADAL" clId="{0EFB1117-2783-494F-9CC6-A8DC59321477}" dt="2026-07-24T05:00:17.644" v="3760" actId="164"/>
          <ac:picMkLst>
            <pc:docMk/>
            <pc:sldMk cId="533028285" sldId="257"/>
            <ac:picMk id="131" creationId="{14F191E5-C254-DC23-1CAB-26AA3B024080}"/>
          </ac:picMkLst>
        </pc:picChg>
        <pc:picChg chg="add mod">
          <ac:chgData name="DAVID CASTIBLANCO" userId="8a3a5922-b1f5-45e2-8091-3e9df8cf8f22" providerId="ADAL" clId="{0EFB1117-2783-494F-9CC6-A8DC59321477}" dt="2026-07-24T05:12:51.531" v="4083" actId="207"/>
          <ac:picMkLst>
            <pc:docMk/>
            <pc:sldMk cId="533028285" sldId="257"/>
            <ac:picMk id="146" creationId="{3B26036A-36FE-E45F-6939-5BE87949F065}"/>
          </ac:picMkLst>
        </pc:picChg>
        <pc:cxnChg chg="add mod">
          <ac:chgData name="DAVID CASTIBLANCO" userId="8a3a5922-b1f5-45e2-8091-3e9df8cf8f22" providerId="ADAL" clId="{0EFB1117-2783-494F-9CC6-A8DC59321477}" dt="2026-07-24T04:39:12.966" v="3527" actId="692"/>
          <ac:cxnSpMkLst>
            <pc:docMk/>
            <pc:sldMk cId="533028285" sldId="257"/>
            <ac:cxnSpMk id="5" creationId="{BDB8790F-369B-0C16-4555-50278F9C0F5E}"/>
          </ac:cxnSpMkLst>
        </pc:cxnChg>
        <pc:cxnChg chg="add mod">
          <ac:chgData name="DAVID CASTIBLANCO" userId="8a3a5922-b1f5-45e2-8091-3e9df8cf8f22" providerId="ADAL" clId="{0EFB1117-2783-494F-9CC6-A8DC59321477}" dt="2026-07-24T05:12:57.007" v="4085" actId="692"/>
          <ac:cxnSpMkLst>
            <pc:docMk/>
            <pc:sldMk cId="533028285" sldId="257"/>
            <ac:cxnSpMk id="137" creationId="{7653E3C7-BA50-2995-54BD-D58E248111DE}"/>
          </ac:cxnSpMkLst>
        </pc:cxnChg>
        <pc:cxnChg chg="add del mod">
          <ac:chgData name="DAVID CASTIBLANCO" userId="8a3a5922-b1f5-45e2-8091-3e9df8cf8f22" providerId="ADAL" clId="{0EFB1117-2783-494F-9CC6-A8DC59321477}" dt="2026-07-24T05:14:03.894" v="4100" actId="478"/>
          <ac:cxnSpMkLst>
            <pc:docMk/>
            <pc:sldMk cId="533028285" sldId="257"/>
            <ac:cxnSpMk id="140" creationId="{1CA4095A-0802-8ADB-34FE-2C2AF58CF758}"/>
          </ac:cxnSpMkLst>
        </pc:cxnChg>
      </pc:sldChg>
      <pc:sldChg chg="addSp delSp modSp new del mod">
        <pc:chgData name="DAVID CASTIBLANCO" userId="8a3a5922-b1f5-45e2-8091-3e9df8cf8f22" providerId="ADAL" clId="{0EFB1117-2783-494F-9CC6-A8DC59321477}" dt="2026-07-24T06:28:50.278" v="5258" actId="47"/>
        <pc:sldMkLst>
          <pc:docMk/>
          <pc:sldMk cId="4165383393" sldId="258"/>
        </pc:sldMkLst>
        <pc:spChg chg="del">
          <ac:chgData name="DAVID CASTIBLANCO" userId="8a3a5922-b1f5-45e2-8091-3e9df8cf8f22" providerId="ADAL" clId="{0EFB1117-2783-494F-9CC6-A8DC59321477}" dt="2026-07-23T15:51:31.743" v="1029" actId="478"/>
          <ac:spMkLst>
            <pc:docMk/>
            <pc:sldMk cId="4165383393" sldId="258"/>
            <ac:spMk id="2" creationId="{F83933E2-27FC-6A82-FD21-2CE6C071BB20}"/>
          </ac:spMkLst>
        </pc:spChg>
        <pc:spChg chg="del">
          <ac:chgData name="DAVID CASTIBLANCO" userId="8a3a5922-b1f5-45e2-8091-3e9df8cf8f22" providerId="ADAL" clId="{0EFB1117-2783-494F-9CC6-A8DC59321477}" dt="2026-07-23T15:51:33.891" v="1030" actId="478"/>
          <ac:spMkLst>
            <pc:docMk/>
            <pc:sldMk cId="4165383393" sldId="258"/>
            <ac:spMk id="3" creationId="{2683F4DB-5DC2-2ED3-87A4-EF5B11128E19}"/>
          </ac:spMkLst>
        </pc:spChg>
        <pc:spChg chg="add mod">
          <ac:chgData name="DAVID CASTIBLANCO" userId="8a3a5922-b1f5-45e2-8091-3e9df8cf8f22" providerId="ADAL" clId="{0EFB1117-2783-494F-9CC6-A8DC59321477}" dt="2026-07-23T15:51:54.246" v="1032"/>
          <ac:spMkLst>
            <pc:docMk/>
            <pc:sldMk cId="4165383393" sldId="258"/>
            <ac:spMk id="5" creationId="{4C465D17-D9E4-59B0-2186-25A15CFC8358}"/>
          </ac:spMkLst>
        </pc:spChg>
        <pc:spChg chg="add mod">
          <ac:chgData name="DAVID CASTIBLANCO" userId="8a3a5922-b1f5-45e2-8091-3e9df8cf8f22" providerId="ADAL" clId="{0EFB1117-2783-494F-9CC6-A8DC59321477}" dt="2026-07-23T15:52:16.305" v="1036" actId="1076"/>
          <ac:spMkLst>
            <pc:docMk/>
            <pc:sldMk cId="4165383393" sldId="258"/>
            <ac:spMk id="7" creationId="{F82AEB7E-73BA-1833-6C39-F3F8FEAF36AF}"/>
          </ac:spMkLst>
        </pc:spChg>
        <pc:spChg chg="add del">
          <ac:chgData name="DAVID CASTIBLANCO" userId="8a3a5922-b1f5-45e2-8091-3e9df8cf8f22" providerId="ADAL" clId="{0EFB1117-2783-494F-9CC6-A8DC59321477}" dt="2026-07-23T15:53:51.620" v="1050" actId="478"/>
          <ac:spMkLst>
            <pc:docMk/>
            <pc:sldMk cId="4165383393" sldId="258"/>
            <ac:spMk id="9" creationId="{0F3AA85F-76E9-1552-0839-02548CD0C0B3}"/>
          </ac:spMkLst>
        </pc:spChg>
        <pc:spChg chg="add mod">
          <ac:chgData name="DAVID CASTIBLANCO" userId="8a3a5922-b1f5-45e2-8091-3e9df8cf8f22" providerId="ADAL" clId="{0EFB1117-2783-494F-9CC6-A8DC59321477}" dt="2026-07-23T18:16:00.904" v="2590" actId="20577"/>
          <ac:spMkLst>
            <pc:docMk/>
            <pc:sldMk cId="4165383393" sldId="258"/>
            <ac:spMk id="11" creationId="{0987A6A6-DD89-1565-9441-3227454D3BF5}"/>
          </ac:spMkLst>
        </pc:spChg>
        <pc:spChg chg="add del mod">
          <ac:chgData name="DAVID CASTIBLANCO" userId="8a3a5922-b1f5-45e2-8091-3e9df8cf8f22" providerId="ADAL" clId="{0EFB1117-2783-494F-9CC6-A8DC59321477}" dt="2026-07-23T15:58:30.397" v="1089"/>
          <ac:spMkLst>
            <pc:docMk/>
            <pc:sldMk cId="4165383393" sldId="258"/>
            <ac:spMk id="13" creationId="{25CEB02C-95D9-33DA-E16E-E27DE6DF11C0}"/>
          </ac:spMkLst>
        </pc:spChg>
        <pc:spChg chg="add mod ord">
          <ac:chgData name="DAVID CASTIBLANCO" userId="8a3a5922-b1f5-45e2-8091-3e9df8cf8f22" providerId="ADAL" clId="{0EFB1117-2783-494F-9CC6-A8DC59321477}" dt="2026-07-23T16:16:06.444" v="1422" actId="164"/>
          <ac:spMkLst>
            <pc:docMk/>
            <pc:sldMk cId="4165383393" sldId="258"/>
            <ac:spMk id="16" creationId="{2D9B9DDA-B9A3-02FD-65A2-FE374A08E96F}"/>
          </ac:spMkLst>
        </pc:spChg>
        <pc:spChg chg="add mod">
          <ac:chgData name="DAVID CASTIBLANCO" userId="8a3a5922-b1f5-45e2-8091-3e9df8cf8f22" providerId="ADAL" clId="{0EFB1117-2783-494F-9CC6-A8DC59321477}" dt="2026-07-23T18:09:52.049" v="2493" actId="1035"/>
          <ac:spMkLst>
            <pc:docMk/>
            <pc:sldMk cId="4165383393" sldId="258"/>
            <ac:spMk id="19" creationId="{00076202-56FF-44BC-22D2-9D602DE6063C}"/>
          </ac:spMkLst>
        </pc:spChg>
        <pc:spChg chg="add mod">
          <ac:chgData name="DAVID CASTIBLANCO" userId="8a3a5922-b1f5-45e2-8091-3e9df8cf8f22" providerId="ADAL" clId="{0EFB1117-2783-494F-9CC6-A8DC59321477}" dt="2026-07-23T16:15:31.543" v="1416" actId="164"/>
          <ac:spMkLst>
            <pc:docMk/>
            <pc:sldMk cId="4165383393" sldId="258"/>
            <ac:spMk id="25" creationId="{F1B950D3-294F-6486-9230-E04A876C168A}"/>
          </ac:spMkLst>
        </pc:spChg>
        <pc:spChg chg="add mod">
          <ac:chgData name="DAVID CASTIBLANCO" userId="8a3a5922-b1f5-45e2-8091-3e9df8cf8f22" providerId="ADAL" clId="{0EFB1117-2783-494F-9CC6-A8DC59321477}" dt="2026-07-23T16:15:52.211" v="1421" actId="164"/>
          <ac:spMkLst>
            <pc:docMk/>
            <pc:sldMk cId="4165383393" sldId="258"/>
            <ac:spMk id="27" creationId="{4560C0D6-25D8-311C-3C11-06847B7A917A}"/>
          </ac:spMkLst>
        </pc:spChg>
        <pc:spChg chg="add mod">
          <ac:chgData name="DAVID CASTIBLANCO" userId="8a3a5922-b1f5-45e2-8091-3e9df8cf8f22" providerId="ADAL" clId="{0EFB1117-2783-494F-9CC6-A8DC59321477}" dt="2026-07-23T16:15:38.662" v="1417" actId="164"/>
          <ac:spMkLst>
            <pc:docMk/>
            <pc:sldMk cId="4165383393" sldId="258"/>
            <ac:spMk id="29" creationId="{EBB632EA-799D-F986-E727-7322A1ECDDF0}"/>
          </ac:spMkLst>
        </pc:spChg>
        <pc:spChg chg="add mod">
          <ac:chgData name="DAVID CASTIBLANCO" userId="8a3a5922-b1f5-45e2-8091-3e9df8cf8f22" providerId="ADAL" clId="{0EFB1117-2783-494F-9CC6-A8DC59321477}" dt="2026-07-23T16:15:31.543" v="1416" actId="164"/>
          <ac:spMkLst>
            <pc:docMk/>
            <pc:sldMk cId="4165383393" sldId="258"/>
            <ac:spMk id="31" creationId="{E6108E1E-85CB-C407-AA9B-1506932CC5FF}"/>
          </ac:spMkLst>
        </pc:spChg>
        <pc:spChg chg="add mod">
          <ac:chgData name="DAVID CASTIBLANCO" userId="8a3a5922-b1f5-45e2-8091-3e9df8cf8f22" providerId="ADAL" clId="{0EFB1117-2783-494F-9CC6-A8DC59321477}" dt="2026-07-23T16:15:31.543" v="1416" actId="164"/>
          <ac:spMkLst>
            <pc:docMk/>
            <pc:sldMk cId="4165383393" sldId="258"/>
            <ac:spMk id="33" creationId="{744EFFC8-2994-29D8-C5C1-489F7175D4D0}"/>
          </ac:spMkLst>
        </pc:spChg>
        <pc:spChg chg="add mod">
          <ac:chgData name="DAVID CASTIBLANCO" userId="8a3a5922-b1f5-45e2-8091-3e9df8cf8f22" providerId="ADAL" clId="{0EFB1117-2783-494F-9CC6-A8DC59321477}" dt="2026-07-23T16:15:38.662" v="1417" actId="164"/>
          <ac:spMkLst>
            <pc:docMk/>
            <pc:sldMk cId="4165383393" sldId="258"/>
            <ac:spMk id="37" creationId="{19757659-F400-2BB9-3072-47884516EFF9}"/>
          </ac:spMkLst>
        </pc:spChg>
        <pc:spChg chg="add mod">
          <ac:chgData name="DAVID CASTIBLANCO" userId="8a3a5922-b1f5-45e2-8091-3e9df8cf8f22" providerId="ADAL" clId="{0EFB1117-2783-494F-9CC6-A8DC59321477}" dt="2026-07-23T16:15:38.662" v="1417" actId="164"/>
          <ac:spMkLst>
            <pc:docMk/>
            <pc:sldMk cId="4165383393" sldId="258"/>
            <ac:spMk id="39" creationId="{0F1126C0-AE26-D196-915C-6D7652A70705}"/>
          </ac:spMkLst>
        </pc:spChg>
        <pc:spChg chg="add mod">
          <ac:chgData name="DAVID CASTIBLANCO" userId="8a3a5922-b1f5-45e2-8091-3e9df8cf8f22" providerId="ADAL" clId="{0EFB1117-2783-494F-9CC6-A8DC59321477}" dt="2026-07-23T16:15:52.211" v="1421" actId="164"/>
          <ac:spMkLst>
            <pc:docMk/>
            <pc:sldMk cId="4165383393" sldId="258"/>
            <ac:spMk id="41" creationId="{BCE047D6-E4A0-9E38-3977-09E6FDE0B209}"/>
          </ac:spMkLst>
        </pc:spChg>
        <pc:spChg chg="add mod">
          <ac:chgData name="DAVID CASTIBLANCO" userId="8a3a5922-b1f5-45e2-8091-3e9df8cf8f22" providerId="ADAL" clId="{0EFB1117-2783-494F-9CC6-A8DC59321477}" dt="2026-07-23T16:15:52.211" v="1421" actId="164"/>
          <ac:spMkLst>
            <pc:docMk/>
            <pc:sldMk cId="4165383393" sldId="258"/>
            <ac:spMk id="43" creationId="{8A6B304C-ACF5-DD88-DD20-79B9B865A2D4}"/>
          </ac:spMkLst>
        </pc:spChg>
        <pc:spChg chg="del mod topLvl">
          <ac:chgData name="DAVID CASTIBLANCO" userId="8a3a5922-b1f5-45e2-8091-3e9df8cf8f22" providerId="ADAL" clId="{0EFB1117-2783-494F-9CC6-A8DC59321477}" dt="2026-07-23T16:29:04.010" v="1435" actId="478"/>
          <ac:spMkLst>
            <pc:docMk/>
            <pc:sldMk cId="4165383393" sldId="258"/>
            <ac:spMk id="53" creationId="{55BD4E09-9319-DB93-BE50-69DB8B7C752E}"/>
          </ac:spMkLst>
        </pc:spChg>
        <pc:spChg chg="add del mod">
          <ac:chgData name="DAVID CASTIBLANCO" userId="8a3a5922-b1f5-45e2-8091-3e9df8cf8f22" providerId="ADAL" clId="{0EFB1117-2783-494F-9CC6-A8DC59321477}" dt="2026-07-23T16:28:57.978" v="1433" actId="478"/>
          <ac:spMkLst>
            <pc:docMk/>
            <pc:sldMk cId="4165383393" sldId="258"/>
            <ac:spMk id="54" creationId="{B3812DB9-4290-64D5-D960-B1B97445D465}"/>
          </ac:spMkLst>
        </pc:spChg>
        <pc:spChg chg="del mod">
          <ac:chgData name="DAVID CASTIBLANCO" userId="8a3a5922-b1f5-45e2-8091-3e9df8cf8f22" providerId="ADAL" clId="{0EFB1117-2783-494F-9CC6-A8DC59321477}" dt="2026-07-23T16:28:50.589" v="1430" actId="478"/>
          <ac:spMkLst>
            <pc:docMk/>
            <pc:sldMk cId="4165383393" sldId="258"/>
            <ac:spMk id="55" creationId="{6FB37BB2-979F-EBC6-481A-B818A08861F1}"/>
          </ac:spMkLst>
        </pc:spChg>
        <pc:spChg chg="add del mod topLvl">
          <ac:chgData name="DAVID CASTIBLANCO" userId="8a3a5922-b1f5-45e2-8091-3e9df8cf8f22" providerId="ADAL" clId="{0EFB1117-2783-494F-9CC6-A8DC59321477}" dt="2026-07-23T17:07:32.581" v="2067" actId="21"/>
          <ac:spMkLst>
            <pc:docMk/>
            <pc:sldMk cId="4165383393" sldId="258"/>
            <ac:spMk id="58" creationId="{23BF9DFB-21B9-F66E-4113-3C28008975FA}"/>
          </ac:spMkLst>
        </pc:spChg>
        <pc:spChg chg="add del mod topLvl">
          <ac:chgData name="DAVID CASTIBLANCO" userId="8a3a5922-b1f5-45e2-8091-3e9df8cf8f22" providerId="ADAL" clId="{0EFB1117-2783-494F-9CC6-A8DC59321477}" dt="2026-07-23T16:29:39.307" v="1449" actId="478"/>
          <ac:spMkLst>
            <pc:docMk/>
            <pc:sldMk cId="4165383393" sldId="258"/>
            <ac:spMk id="59" creationId="{3B77BE0C-E886-B142-30F0-F2616388A8D9}"/>
          </ac:spMkLst>
        </pc:spChg>
        <pc:spChg chg="add del mod topLvl">
          <ac:chgData name="DAVID CASTIBLANCO" userId="8a3a5922-b1f5-45e2-8091-3e9df8cf8f22" providerId="ADAL" clId="{0EFB1117-2783-494F-9CC6-A8DC59321477}" dt="2026-07-23T16:29:41.368" v="1450" actId="478"/>
          <ac:spMkLst>
            <pc:docMk/>
            <pc:sldMk cId="4165383393" sldId="258"/>
            <ac:spMk id="60" creationId="{67044304-3392-54BE-13D9-5B62CC8B5647}"/>
          </ac:spMkLst>
        </pc:spChg>
        <pc:spChg chg="add del mod">
          <ac:chgData name="DAVID CASTIBLANCO" userId="8a3a5922-b1f5-45e2-8091-3e9df8cf8f22" providerId="ADAL" clId="{0EFB1117-2783-494F-9CC6-A8DC59321477}" dt="2026-07-23T16:30:03.796" v="1456" actId="22"/>
          <ac:spMkLst>
            <pc:docMk/>
            <pc:sldMk cId="4165383393" sldId="258"/>
            <ac:spMk id="63" creationId="{5E0B2CBF-5A3E-B9C1-3FDB-8E19F301CC2E}"/>
          </ac:spMkLst>
        </pc:spChg>
        <pc:spChg chg="add del mod">
          <ac:chgData name="DAVID CASTIBLANCO" userId="8a3a5922-b1f5-45e2-8091-3e9df8cf8f22" providerId="ADAL" clId="{0EFB1117-2783-494F-9CC6-A8DC59321477}" dt="2026-07-23T16:36:33.164" v="1533" actId="478"/>
          <ac:spMkLst>
            <pc:docMk/>
            <pc:sldMk cId="4165383393" sldId="258"/>
            <ac:spMk id="65" creationId="{4B2399AA-7DE2-D558-78C2-CCA619379A3A}"/>
          </ac:spMkLst>
        </pc:spChg>
        <pc:spChg chg="add del">
          <ac:chgData name="DAVID CASTIBLANCO" userId="8a3a5922-b1f5-45e2-8091-3e9df8cf8f22" providerId="ADAL" clId="{0EFB1117-2783-494F-9CC6-A8DC59321477}" dt="2026-07-23T16:31:36.669" v="1476" actId="22"/>
          <ac:spMkLst>
            <pc:docMk/>
            <pc:sldMk cId="4165383393" sldId="258"/>
            <ac:spMk id="67" creationId="{D2EA9F99-E413-A958-C797-2D2BD8424254}"/>
          </ac:spMkLst>
        </pc:spChg>
        <pc:spChg chg="add mod">
          <ac:chgData name="DAVID CASTIBLANCO" userId="8a3a5922-b1f5-45e2-8091-3e9df8cf8f22" providerId="ADAL" clId="{0EFB1117-2783-494F-9CC6-A8DC59321477}" dt="2026-07-23T16:39:15.569" v="1595" actId="1036"/>
          <ac:spMkLst>
            <pc:docMk/>
            <pc:sldMk cId="4165383393" sldId="258"/>
            <ac:spMk id="69" creationId="{E42F3E05-D584-FA7A-D95D-C5BA00EBEFC3}"/>
          </ac:spMkLst>
        </pc:spChg>
        <pc:spChg chg="add mod">
          <ac:chgData name="DAVID CASTIBLANCO" userId="8a3a5922-b1f5-45e2-8091-3e9df8cf8f22" providerId="ADAL" clId="{0EFB1117-2783-494F-9CC6-A8DC59321477}" dt="2026-07-23T16:39:15.569" v="1595" actId="1036"/>
          <ac:spMkLst>
            <pc:docMk/>
            <pc:sldMk cId="4165383393" sldId="258"/>
            <ac:spMk id="71" creationId="{FC645C52-D023-C1FE-78B6-CD114ACA41B1}"/>
          </ac:spMkLst>
        </pc:spChg>
        <pc:spChg chg="add mod">
          <ac:chgData name="DAVID CASTIBLANCO" userId="8a3a5922-b1f5-45e2-8091-3e9df8cf8f22" providerId="ADAL" clId="{0EFB1117-2783-494F-9CC6-A8DC59321477}" dt="2026-07-23T16:39:15.569" v="1595" actId="1036"/>
          <ac:spMkLst>
            <pc:docMk/>
            <pc:sldMk cId="4165383393" sldId="258"/>
            <ac:spMk id="73" creationId="{017CFA06-82E2-2014-2AF8-1B8B0E02253A}"/>
          </ac:spMkLst>
        </pc:spChg>
        <pc:spChg chg="add mod">
          <ac:chgData name="DAVID CASTIBLANCO" userId="8a3a5922-b1f5-45e2-8091-3e9df8cf8f22" providerId="ADAL" clId="{0EFB1117-2783-494F-9CC6-A8DC59321477}" dt="2026-07-23T16:39:15.569" v="1595" actId="1036"/>
          <ac:spMkLst>
            <pc:docMk/>
            <pc:sldMk cId="4165383393" sldId="258"/>
            <ac:spMk id="75" creationId="{3FBF8C9D-C892-288C-C814-4AC31BE2AD05}"/>
          </ac:spMkLst>
        </pc:spChg>
        <pc:spChg chg="add mod">
          <ac:chgData name="DAVID CASTIBLANCO" userId="8a3a5922-b1f5-45e2-8091-3e9df8cf8f22" providerId="ADAL" clId="{0EFB1117-2783-494F-9CC6-A8DC59321477}" dt="2026-07-23T16:39:15.569" v="1595" actId="1036"/>
          <ac:spMkLst>
            <pc:docMk/>
            <pc:sldMk cId="4165383393" sldId="258"/>
            <ac:spMk id="77" creationId="{D105247A-D24A-8875-A152-CEB19255F97F}"/>
          </ac:spMkLst>
        </pc:spChg>
        <pc:spChg chg="add mod">
          <ac:chgData name="DAVID CASTIBLANCO" userId="8a3a5922-b1f5-45e2-8091-3e9df8cf8f22" providerId="ADAL" clId="{0EFB1117-2783-494F-9CC6-A8DC59321477}" dt="2026-07-23T16:39:15.569" v="1595" actId="1036"/>
          <ac:spMkLst>
            <pc:docMk/>
            <pc:sldMk cId="4165383393" sldId="258"/>
            <ac:spMk id="79" creationId="{15AE05ED-9CA5-7105-B926-7E694A8C87CD}"/>
          </ac:spMkLst>
        </pc:spChg>
        <pc:spChg chg="add mod">
          <ac:chgData name="DAVID CASTIBLANCO" userId="8a3a5922-b1f5-45e2-8091-3e9df8cf8f22" providerId="ADAL" clId="{0EFB1117-2783-494F-9CC6-A8DC59321477}" dt="2026-07-23T16:39:15.569" v="1595" actId="1036"/>
          <ac:spMkLst>
            <pc:docMk/>
            <pc:sldMk cId="4165383393" sldId="258"/>
            <ac:spMk id="81" creationId="{3FECAA44-C4DD-7D0C-B83A-1852EB221431}"/>
          </ac:spMkLst>
        </pc:spChg>
        <pc:spChg chg="add mod">
          <ac:chgData name="DAVID CASTIBLANCO" userId="8a3a5922-b1f5-45e2-8091-3e9df8cf8f22" providerId="ADAL" clId="{0EFB1117-2783-494F-9CC6-A8DC59321477}" dt="2026-07-23T16:39:15.569" v="1595" actId="1036"/>
          <ac:spMkLst>
            <pc:docMk/>
            <pc:sldMk cId="4165383393" sldId="258"/>
            <ac:spMk id="83" creationId="{6A4B5F1D-32F5-C601-C339-14857A26B118}"/>
          </ac:spMkLst>
        </pc:spChg>
        <pc:spChg chg="add del mod">
          <ac:chgData name="DAVID CASTIBLANCO" userId="8a3a5922-b1f5-45e2-8091-3e9df8cf8f22" providerId="ADAL" clId="{0EFB1117-2783-494F-9CC6-A8DC59321477}" dt="2026-07-23T18:16:38.605" v="2591" actId="1076"/>
          <ac:spMkLst>
            <pc:docMk/>
            <pc:sldMk cId="4165383393" sldId="258"/>
            <ac:spMk id="85" creationId="{ECDF624E-0907-86D2-C82A-A6254ABDE4CE}"/>
          </ac:spMkLst>
        </pc:spChg>
        <pc:spChg chg="add mod">
          <ac:chgData name="DAVID CASTIBLANCO" userId="8a3a5922-b1f5-45e2-8091-3e9df8cf8f22" providerId="ADAL" clId="{0EFB1117-2783-494F-9CC6-A8DC59321477}" dt="2026-07-23T16:39:51.518" v="1612"/>
          <ac:spMkLst>
            <pc:docMk/>
            <pc:sldMk cId="4165383393" sldId="258"/>
            <ac:spMk id="87" creationId="{435A1214-CAAB-BEC2-2119-4EE68259F316}"/>
          </ac:spMkLst>
        </pc:spChg>
        <pc:spChg chg="add mod">
          <ac:chgData name="DAVID CASTIBLANCO" userId="8a3a5922-b1f5-45e2-8091-3e9df8cf8f22" providerId="ADAL" clId="{0EFB1117-2783-494F-9CC6-A8DC59321477}" dt="2026-07-23T16:40:01.202" v="1615" actId="14100"/>
          <ac:spMkLst>
            <pc:docMk/>
            <pc:sldMk cId="4165383393" sldId="258"/>
            <ac:spMk id="89" creationId="{68E21F60-BA17-ADD8-7F33-3FE8624866FA}"/>
          </ac:spMkLst>
        </pc:spChg>
        <pc:grpChg chg="add mod">
          <ac:chgData name="DAVID CASTIBLANCO" userId="8a3a5922-b1f5-45e2-8091-3e9df8cf8f22" providerId="ADAL" clId="{0EFB1117-2783-494F-9CC6-A8DC59321477}" dt="2026-07-23T16:15:31.543" v="1416" actId="164"/>
          <ac:grpSpMkLst>
            <pc:docMk/>
            <pc:sldMk cId="4165383393" sldId="258"/>
            <ac:grpSpMk id="48" creationId="{C8169E33-A1F6-FC2E-4852-CC04ADD38666}"/>
          </ac:grpSpMkLst>
        </pc:grpChg>
        <pc:grpChg chg="add mod">
          <ac:chgData name="DAVID CASTIBLANCO" userId="8a3a5922-b1f5-45e2-8091-3e9df8cf8f22" providerId="ADAL" clId="{0EFB1117-2783-494F-9CC6-A8DC59321477}" dt="2026-07-23T16:15:38.662" v="1417" actId="164"/>
          <ac:grpSpMkLst>
            <pc:docMk/>
            <pc:sldMk cId="4165383393" sldId="258"/>
            <ac:grpSpMk id="49" creationId="{FA097BD5-1C36-69C0-297D-F3A67E711A2C}"/>
          </ac:grpSpMkLst>
        </pc:grpChg>
        <pc:grpChg chg="add mod">
          <ac:chgData name="DAVID CASTIBLANCO" userId="8a3a5922-b1f5-45e2-8091-3e9df8cf8f22" providerId="ADAL" clId="{0EFB1117-2783-494F-9CC6-A8DC59321477}" dt="2026-07-23T16:15:52.211" v="1421" actId="164"/>
          <ac:grpSpMkLst>
            <pc:docMk/>
            <pc:sldMk cId="4165383393" sldId="258"/>
            <ac:grpSpMk id="50" creationId="{569130ED-AB0F-11A7-297C-882B6E62DFC3}"/>
          </ac:grpSpMkLst>
        </pc:grpChg>
        <pc:grpChg chg="add mod">
          <ac:chgData name="DAVID CASTIBLANCO" userId="8a3a5922-b1f5-45e2-8091-3e9df8cf8f22" providerId="ADAL" clId="{0EFB1117-2783-494F-9CC6-A8DC59321477}" dt="2026-07-23T16:16:06.444" v="1422" actId="164"/>
          <ac:grpSpMkLst>
            <pc:docMk/>
            <pc:sldMk cId="4165383393" sldId="258"/>
            <ac:grpSpMk id="51" creationId="{C90FB844-DBC0-EF9D-3F52-371983671AAE}"/>
          </ac:grpSpMkLst>
        </pc:grpChg>
        <pc:grpChg chg="add del mod ord">
          <ac:chgData name="DAVID CASTIBLANCO" userId="8a3a5922-b1f5-45e2-8091-3e9df8cf8f22" providerId="ADAL" clId="{0EFB1117-2783-494F-9CC6-A8DC59321477}" dt="2026-07-23T16:29:04.010" v="1435" actId="478"/>
          <ac:grpSpMkLst>
            <pc:docMk/>
            <pc:sldMk cId="4165383393" sldId="258"/>
            <ac:grpSpMk id="52" creationId="{A23546E1-0F75-97A4-860F-07FE7C24705A}"/>
          </ac:grpSpMkLst>
        </pc:grpChg>
        <pc:grpChg chg="add del mod">
          <ac:chgData name="DAVID CASTIBLANCO" userId="8a3a5922-b1f5-45e2-8091-3e9df8cf8f22" providerId="ADAL" clId="{0EFB1117-2783-494F-9CC6-A8DC59321477}" dt="2026-07-23T16:29:22.871" v="1441" actId="165"/>
          <ac:grpSpMkLst>
            <pc:docMk/>
            <pc:sldMk cId="4165383393" sldId="258"/>
            <ac:grpSpMk id="57" creationId="{C69EB75A-274B-A0ED-FB10-642600E97E7F}"/>
          </ac:grpSpMkLst>
        </pc:grpChg>
        <pc:picChg chg="add mod">
          <ac:chgData name="DAVID CASTIBLANCO" userId="8a3a5922-b1f5-45e2-8091-3e9df8cf8f22" providerId="ADAL" clId="{0EFB1117-2783-494F-9CC6-A8DC59321477}" dt="2026-07-23T16:15:31.543" v="1416" actId="164"/>
          <ac:picMkLst>
            <pc:docMk/>
            <pc:sldMk cId="4165383393" sldId="258"/>
            <ac:picMk id="35" creationId="{4BC60E29-BDD9-8FF8-233E-EA2C6A6C3762}"/>
          </ac:picMkLst>
        </pc:picChg>
        <pc:picChg chg="add mod">
          <ac:chgData name="DAVID CASTIBLANCO" userId="8a3a5922-b1f5-45e2-8091-3e9df8cf8f22" providerId="ADAL" clId="{0EFB1117-2783-494F-9CC6-A8DC59321477}" dt="2026-07-23T16:15:38.662" v="1417" actId="164"/>
          <ac:picMkLst>
            <pc:docMk/>
            <pc:sldMk cId="4165383393" sldId="258"/>
            <ac:picMk id="45" creationId="{4AAA8266-8353-F9BF-11B5-6AF070D4FBE9}"/>
          </ac:picMkLst>
        </pc:picChg>
        <pc:picChg chg="add mod">
          <ac:chgData name="DAVID CASTIBLANCO" userId="8a3a5922-b1f5-45e2-8091-3e9df8cf8f22" providerId="ADAL" clId="{0EFB1117-2783-494F-9CC6-A8DC59321477}" dt="2026-07-23T16:15:52.211" v="1421" actId="164"/>
          <ac:picMkLst>
            <pc:docMk/>
            <pc:sldMk cId="4165383393" sldId="258"/>
            <ac:picMk id="47" creationId="{CA80DC64-18F3-BB84-80E9-2513DD261208}"/>
          </ac:picMkLst>
        </pc:picChg>
        <pc:picChg chg="del mod topLvl">
          <ac:chgData name="DAVID CASTIBLANCO" userId="8a3a5922-b1f5-45e2-8091-3e9df8cf8f22" providerId="ADAL" clId="{0EFB1117-2783-494F-9CC6-A8DC59321477}" dt="2026-07-23T16:29:06.092" v="1436" actId="478"/>
          <ac:picMkLst>
            <pc:docMk/>
            <pc:sldMk cId="4165383393" sldId="258"/>
            <ac:picMk id="56" creationId="{BA9016B1-50A3-90BB-7BFE-206AC79FA9D6}"/>
          </ac:picMkLst>
        </pc:picChg>
        <pc:picChg chg="add del mod topLvl">
          <ac:chgData name="DAVID CASTIBLANCO" userId="8a3a5922-b1f5-45e2-8091-3e9df8cf8f22" providerId="ADAL" clId="{0EFB1117-2783-494F-9CC6-A8DC59321477}" dt="2026-07-23T16:29:35.568" v="1447" actId="478"/>
          <ac:picMkLst>
            <pc:docMk/>
            <pc:sldMk cId="4165383393" sldId="258"/>
            <ac:picMk id="61" creationId="{2F9A33C3-79FE-BD4A-E45B-A002DCD3617F}"/>
          </ac:picMkLst>
        </pc:picChg>
        <pc:cxnChg chg="add mod">
          <ac:chgData name="DAVID CASTIBLANCO" userId="8a3a5922-b1f5-45e2-8091-3e9df8cf8f22" providerId="ADAL" clId="{0EFB1117-2783-494F-9CC6-A8DC59321477}" dt="2026-07-23T15:51:45.673" v="1031"/>
          <ac:cxnSpMkLst>
            <pc:docMk/>
            <pc:sldMk cId="4165383393" sldId="258"/>
            <ac:cxnSpMk id="4" creationId="{55530075-68CD-5550-9EC2-49D69AC18F8E}"/>
          </ac:cxnSpMkLst>
        </pc:cxnChg>
        <pc:cxnChg chg="add mod">
          <ac:chgData name="DAVID CASTIBLANCO" userId="8a3a5922-b1f5-45e2-8091-3e9df8cf8f22" providerId="ADAL" clId="{0EFB1117-2783-494F-9CC6-A8DC59321477}" dt="2026-07-23T16:06:35.708" v="1318" actId="14100"/>
          <ac:cxnSpMkLst>
            <pc:docMk/>
            <pc:sldMk cId="4165383393" sldId="258"/>
            <ac:cxnSpMk id="14" creationId="{41957D32-78DC-DBEF-9CA1-D1053E8977CB}"/>
          </ac:cxnSpMkLst>
        </pc:cxnChg>
        <pc:cxnChg chg="add mod">
          <ac:chgData name="DAVID CASTIBLANCO" userId="8a3a5922-b1f5-45e2-8091-3e9df8cf8f22" providerId="ADAL" clId="{0EFB1117-2783-494F-9CC6-A8DC59321477}" dt="2026-07-23T18:09:52.049" v="2493" actId="1035"/>
          <ac:cxnSpMkLst>
            <pc:docMk/>
            <pc:sldMk cId="4165383393" sldId="258"/>
            <ac:cxnSpMk id="21" creationId="{C89DBE3E-E981-93AA-15F3-4194CC14D2C3}"/>
          </ac:cxnSpMkLst>
        </pc:cxnChg>
        <pc:cxnChg chg="add del mod">
          <ac:chgData name="DAVID CASTIBLANCO" userId="8a3a5922-b1f5-45e2-8091-3e9df8cf8f22" providerId="ADAL" clId="{0EFB1117-2783-494F-9CC6-A8DC59321477}" dt="2026-07-23T16:08:01.687" v="1328" actId="478"/>
          <ac:cxnSpMkLst>
            <pc:docMk/>
            <pc:sldMk cId="4165383393" sldId="258"/>
            <ac:cxnSpMk id="22" creationId="{BF2FBF5F-2414-03CD-4229-E530F264912E}"/>
          </ac:cxnSpMkLst>
        </pc:cxnChg>
        <pc:cxnChg chg="add mod">
          <ac:chgData name="DAVID CASTIBLANCO" userId="8a3a5922-b1f5-45e2-8091-3e9df8cf8f22" providerId="ADAL" clId="{0EFB1117-2783-494F-9CC6-A8DC59321477}" dt="2026-07-23T18:09:52.049" v="2493" actId="1035"/>
          <ac:cxnSpMkLst>
            <pc:docMk/>
            <pc:sldMk cId="4165383393" sldId="258"/>
            <ac:cxnSpMk id="23" creationId="{46E3B83F-D767-301F-0920-6B8E05B727F5}"/>
          </ac:cxnSpMkLst>
        </pc:cxnChg>
      </pc:sldChg>
      <pc:sldChg chg="addSp delSp modSp new del mod">
        <pc:chgData name="DAVID CASTIBLANCO" userId="8a3a5922-b1f5-45e2-8091-3e9df8cf8f22" providerId="ADAL" clId="{0EFB1117-2783-494F-9CC6-A8DC59321477}" dt="2026-07-24T06:28:50.278" v="5258" actId="47"/>
        <pc:sldMkLst>
          <pc:docMk/>
          <pc:sldMk cId="2700629184" sldId="259"/>
        </pc:sldMkLst>
        <pc:spChg chg="del">
          <ac:chgData name="DAVID CASTIBLANCO" userId="8a3a5922-b1f5-45e2-8091-3e9df8cf8f22" providerId="ADAL" clId="{0EFB1117-2783-494F-9CC6-A8DC59321477}" dt="2026-07-23T16:40:55.910" v="1618" actId="478"/>
          <ac:spMkLst>
            <pc:docMk/>
            <pc:sldMk cId="2700629184" sldId="259"/>
            <ac:spMk id="2" creationId="{AD15B878-3E4C-9BE0-AF27-F88298669E9E}"/>
          </ac:spMkLst>
        </pc:spChg>
        <pc:spChg chg="del">
          <ac:chgData name="DAVID CASTIBLANCO" userId="8a3a5922-b1f5-45e2-8091-3e9df8cf8f22" providerId="ADAL" clId="{0EFB1117-2783-494F-9CC6-A8DC59321477}" dt="2026-07-23T16:40:58.616" v="1619" actId="478"/>
          <ac:spMkLst>
            <pc:docMk/>
            <pc:sldMk cId="2700629184" sldId="259"/>
            <ac:spMk id="3" creationId="{28E687DE-B48F-71A5-B72C-F5D6D493D8F4}"/>
          </ac:spMkLst>
        </pc:spChg>
        <pc:spChg chg="add del">
          <ac:chgData name="DAVID CASTIBLANCO" userId="8a3a5922-b1f5-45e2-8091-3e9df8cf8f22" providerId="ADAL" clId="{0EFB1117-2783-494F-9CC6-A8DC59321477}" dt="2026-07-23T19:29:04.368" v="3177" actId="22"/>
          <ac:spMkLst>
            <pc:docMk/>
            <pc:sldMk cId="2700629184" sldId="259"/>
            <ac:spMk id="3" creationId="{EA997444-E4E0-0032-3856-0D4B5780A294}"/>
          </ac:spMkLst>
        </pc:spChg>
        <pc:spChg chg="add mod">
          <ac:chgData name="DAVID CASTIBLANCO" userId="8a3a5922-b1f5-45e2-8091-3e9df8cf8f22" providerId="ADAL" clId="{0EFB1117-2783-494F-9CC6-A8DC59321477}" dt="2026-07-23T16:41:21.797" v="1621"/>
          <ac:spMkLst>
            <pc:docMk/>
            <pc:sldMk cId="2700629184" sldId="259"/>
            <ac:spMk id="5" creationId="{0BCF6357-0042-2F64-EE3B-9137CDF68CEE}"/>
          </ac:spMkLst>
        </pc:spChg>
        <pc:spChg chg="add mod">
          <ac:chgData name="DAVID CASTIBLANCO" userId="8a3a5922-b1f5-45e2-8091-3e9df8cf8f22" providerId="ADAL" clId="{0EFB1117-2783-494F-9CC6-A8DC59321477}" dt="2026-07-23T16:42:11.791" v="1626" actId="1076"/>
          <ac:spMkLst>
            <pc:docMk/>
            <pc:sldMk cId="2700629184" sldId="259"/>
            <ac:spMk id="7" creationId="{A981E141-1921-2E5F-2F82-53E78582020F}"/>
          </ac:spMkLst>
        </pc:spChg>
        <pc:spChg chg="add mod">
          <ac:chgData name="DAVID CASTIBLANCO" userId="8a3a5922-b1f5-45e2-8091-3e9df8cf8f22" providerId="ADAL" clId="{0EFB1117-2783-494F-9CC6-A8DC59321477}" dt="2026-07-23T16:42:31.078" v="1628" actId="1076"/>
          <ac:spMkLst>
            <pc:docMk/>
            <pc:sldMk cId="2700629184" sldId="259"/>
            <ac:spMk id="9" creationId="{F3AF4B33-56ED-DC39-DDAE-7454E2C46799}"/>
          </ac:spMkLst>
        </pc:spChg>
        <pc:spChg chg="add mod">
          <ac:chgData name="DAVID CASTIBLANCO" userId="8a3a5922-b1f5-45e2-8091-3e9df8cf8f22" providerId="ADAL" clId="{0EFB1117-2783-494F-9CC6-A8DC59321477}" dt="2026-07-23T16:52:51.844" v="1926" actId="1076"/>
          <ac:spMkLst>
            <pc:docMk/>
            <pc:sldMk cId="2700629184" sldId="259"/>
            <ac:spMk id="31" creationId="{F4BAA79B-BCE3-E11D-923D-904E650B4052}"/>
          </ac:spMkLst>
        </pc:spChg>
        <pc:spChg chg="add del mod">
          <ac:chgData name="DAVID CASTIBLANCO" userId="8a3a5922-b1f5-45e2-8091-3e9df8cf8f22" providerId="ADAL" clId="{0EFB1117-2783-494F-9CC6-A8DC59321477}" dt="2026-07-23T17:02:09.350" v="2012"/>
          <ac:spMkLst>
            <pc:docMk/>
            <pc:sldMk cId="2700629184" sldId="259"/>
            <ac:spMk id="38" creationId="{6AA5D426-2620-C4AC-6920-AEDA68E43069}"/>
          </ac:spMkLst>
        </pc:spChg>
        <pc:spChg chg="add mod">
          <ac:chgData name="DAVID CASTIBLANCO" userId="8a3a5922-b1f5-45e2-8091-3e9df8cf8f22" providerId="ADAL" clId="{0EFB1117-2783-494F-9CC6-A8DC59321477}" dt="2026-07-23T17:02:59.764" v="2022" actId="207"/>
          <ac:spMkLst>
            <pc:docMk/>
            <pc:sldMk cId="2700629184" sldId="259"/>
            <ac:spMk id="39" creationId="{C4E88DF5-4A25-FE18-7968-5714CCE4E02C}"/>
          </ac:spMkLst>
        </pc:spChg>
        <pc:spChg chg="mod">
          <ac:chgData name="DAVID CASTIBLANCO" userId="8a3a5922-b1f5-45e2-8091-3e9df8cf8f22" providerId="ADAL" clId="{0EFB1117-2783-494F-9CC6-A8DC59321477}" dt="2026-07-23T17:03:38.474" v="2026"/>
          <ac:spMkLst>
            <pc:docMk/>
            <pc:sldMk cId="2700629184" sldId="259"/>
            <ac:spMk id="41" creationId="{9EFC9E6A-5306-3ED8-7014-22387702F2A6}"/>
          </ac:spMkLst>
        </pc:spChg>
        <pc:spChg chg="mod">
          <ac:chgData name="DAVID CASTIBLANCO" userId="8a3a5922-b1f5-45e2-8091-3e9df8cf8f22" providerId="ADAL" clId="{0EFB1117-2783-494F-9CC6-A8DC59321477}" dt="2026-07-23T17:03:45.373" v="2029" actId="20577"/>
          <ac:spMkLst>
            <pc:docMk/>
            <pc:sldMk cId="2700629184" sldId="259"/>
            <ac:spMk id="42" creationId="{53D76D84-8A04-A1FE-7A13-6CBD2D4785AA}"/>
          </ac:spMkLst>
        </pc:spChg>
        <pc:spChg chg="add mod">
          <ac:chgData name="DAVID CASTIBLANCO" userId="8a3a5922-b1f5-45e2-8091-3e9df8cf8f22" providerId="ADAL" clId="{0EFB1117-2783-494F-9CC6-A8DC59321477}" dt="2026-07-23T17:04:12.447" v="2039" actId="20577"/>
          <ac:spMkLst>
            <pc:docMk/>
            <pc:sldMk cId="2700629184" sldId="259"/>
            <ac:spMk id="45" creationId="{5549831A-DE2D-5D61-9E38-AE5C74B8A459}"/>
          </ac:spMkLst>
        </pc:spChg>
        <pc:spChg chg="add mod">
          <ac:chgData name="DAVID CASTIBLANCO" userId="8a3a5922-b1f5-45e2-8091-3e9df8cf8f22" providerId="ADAL" clId="{0EFB1117-2783-494F-9CC6-A8DC59321477}" dt="2026-07-23T17:05:02.886" v="2042" actId="20577"/>
          <ac:spMkLst>
            <pc:docMk/>
            <pc:sldMk cId="2700629184" sldId="259"/>
            <ac:spMk id="47" creationId="{765723F9-C24F-FFC5-E789-D87D9C9A7C47}"/>
          </ac:spMkLst>
        </pc:spChg>
        <pc:spChg chg="add mod">
          <ac:chgData name="DAVID CASTIBLANCO" userId="8a3a5922-b1f5-45e2-8091-3e9df8cf8f22" providerId="ADAL" clId="{0EFB1117-2783-494F-9CC6-A8DC59321477}" dt="2026-07-23T17:05:13.444" v="2045"/>
          <ac:spMkLst>
            <pc:docMk/>
            <pc:sldMk cId="2700629184" sldId="259"/>
            <ac:spMk id="51" creationId="{2D9565E0-926E-6A04-5D5D-E42BF463B211}"/>
          </ac:spMkLst>
        </pc:spChg>
        <pc:spChg chg="add mod">
          <ac:chgData name="DAVID CASTIBLANCO" userId="8a3a5922-b1f5-45e2-8091-3e9df8cf8f22" providerId="ADAL" clId="{0EFB1117-2783-494F-9CC6-A8DC59321477}" dt="2026-07-23T17:05:20.501" v="2048" actId="14100"/>
          <ac:spMkLst>
            <pc:docMk/>
            <pc:sldMk cId="2700629184" sldId="259"/>
            <ac:spMk id="53" creationId="{2D3F27CB-6988-9303-1174-54EBFF75E12E}"/>
          </ac:spMkLst>
        </pc:spChg>
        <pc:grpChg chg="add mod">
          <ac:chgData name="DAVID CASTIBLANCO" userId="8a3a5922-b1f5-45e2-8091-3e9df8cf8f22" providerId="ADAL" clId="{0EFB1117-2783-494F-9CC6-A8DC59321477}" dt="2026-07-23T17:00:04.648" v="1996" actId="1076"/>
          <ac:grpSpMkLst>
            <pc:docMk/>
            <pc:sldMk cId="2700629184" sldId="259"/>
            <ac:grpSpMk id="35" creationId="{C543D316-DC5A-BF2B-28B9-47426C570FBA}"/>
          </ac:grpSpMkLst>
        </pc:grpChg>
        <pc:grpChg chg="add mod">
          <ac:chgData name="DAVID CASTIBLANCO" userId="8a3a5922-b1f5-45e2-8091-3e9df8cf8f22" providerId="ADAL" clId="{0EFB1117-2783-494F-9CC6-A8DC59321477}" dt="2026-07-23T17:03:38.474" v="2026"/>
          <ac:grpSpMkLst>
            <pc:docMk/>
            <pc:sldMk cId="2700629184" sldId="259"/>
            <ac:grpSpMk id="40" creationId="{516F6573-3CAC-67A3-41CA-E135D9FAC76C}"/>
          </ac:grpSpMkLst>
        </pc:grpChg>
        <pc:graphicFrameChg chg="add mod modGraphic">
          <ac:chgData name="DAVID CASTIBLANCO" userId="8a3a5922-b1f5-45e2-8091-3e9df8cf8f22" providerId="ADAL" clId="{0EFB1117-2783-494F-9CC6-A8DC59321477}" dt="2026-07-23T16:59:51.386" v="1994" actId="14100"/>
          <ac:graphicFrameMkLst>
            <pc:docMk/>
            <pc:sldMk cId="2700629184" sldId="259"/>
            <ac:graphicFrameMk id="11" creationId="{C67D94F9-B1D8-3A27-84CF-16C4DBC1ECD7}"/>
          </ac:graphicFrameMkLst>
        </pc:graphicFrameChg>
        <pc:graphicFrameChg chg="add mod">
          <ac:chgData name="DAVID CASTIBLANCO" userId="8a3a5922-b1f5-45e2-8091-3e9df8cf8f22" providerId="ADAL" clId="{0EFB1117-2783-494F-9CC6-A8DC59321477}" dt="2026-07-23T17:02:14.975" v="2014" actId="1076"/>
          <ac:graphicFrameMkLst>
            <pc:docMk/>
            <pc:sldMk cId="2700629184" sldId="259"/>
            <ac:graphicFrameMk id="34" creationId="{004D6271-D761-616B-E28B-D912C55BE29C}"/>
          </ac:graphicFrameMkLst>
        </pc:graphicFrameChg>
        <pc:graphicFrameChg chg="add del">
          <ac:chgData name="DAVID CASTIBLANCO" userId="8a3a5922-b1f5-45e2-8091-3e9df8cf8f22" providerId="ADAL" clId="{0EFB1117-2783-494F-9CC6-A8DC59321477}" dt="2026-07-23T17:02:01.852" v="2009" actId="22"/>
          <ac:graphicFrameMkLst>
            <pc:docMk/>
            <pc:sldMk cId="2700629184" sldId="259"/>
            <ac:graphicFrameMk id="37" creationId="{42511310-F084-B3BF-D4F8-AC9B0AD97E00}"/>
          </ac:graphicFrameMkLst>
        </pc:graphicFrameChg>
        <pc:picChg chg="add del">
          <ac:chgData name="DAVID CASTIBLANCO" userId="8a3a5922-b1f5-45e2-8091-3e9df8cf8f22" providerId="ADAL" clId="{0EFB1117-2783-494F-9CC6-A8DC59321477}" dt="2026-07-23T19:29:04.368" v="3177" actId="22"/>
          <ac:picMkLst>
            <pc:docMk/>
            <pc:sldMk cId="2700629184" sldId="259"/>
            <ac:picMk id="8" creationId="{273E7788-EA4A-DF5E-CA2A-A4106C7EF089}"/>
          </ac:picMkLst>
        </pc:picChg>
        <pc:picChg chg="add del">
          <ac:chgData name="DAVID CASTIBLANCO" userId="8a3a5922-b1f5-45e2-8091-3e9df8cf8f22" providerId="ADAL" clId="{0EFB1117-2783-494F-9CC6-A8DC59321477}" dt="2026-07-23T16:47:54.626" v="1791" actId="22"/>
          <ac:picMkLst>
            <pc:docMk/>
            <pc:sldMk cId="2700629184" sldId="259"/>
            <ac:picMk id="13" creationId="{928A193D-5541-DD9B-DAAB-83F5C38BCD5E}"/>
          </ac:picMkLst>
        </pc:picChg>
        <pc:picChg chg="add del mod ord">
          <ac:chgData name="DAVID CASTIBLANCO" userId="8a3a5922-b1f5-45e2-8091-3e9df8cf8f22" providerId="ADAL" clId="{0EFB1117-2783-494F-9CC6-A8DC59321477}" dt="2026-07-23T16:50:07.201" v="1815" actId="478"/>
          <ac:picMkLst>
            <pc:docMk/>
            <pc:sldMk cId="2700629184" sldId="259"/>
            <ac:picMk id="15" creationId="{370AF1C1-D5A3-0A0B-CA78-FB37A7EC38FA}"/>
          </ac:picMkLst>
        </pc:picChg>
        <pc:picChg chg="add del">
          <ac:chgData name="DAVID CASTIBLANCO" userId="8a3a5922-b1f5-45e2-8091-3e9df8cf8f22" providerId="ADAL" clId="{0EFB1117-2783-494F-9CC6-A8DC59321477}" dt="2026-07-23T16:49:28.864" v="1810" actId="22"/>
          <ac:picMkLst>
            <pc:docMk/>
            <pc:sldMk cId="2700629184" sldId="259"/>
            <ac:picMk id="17" creationId="{185AF1A3-A8E7-6C9D-F841-AC8136C3B9C6}"/>
          </ac:picMkLst>
        </pc:picChg>
        <pc:picChg chg="add mod">
          <ac:chgData name="DAVID CASTIBLANCO" userId="8a3a5922-b1f5-45e2-8091-3e9df8cf8f22" providerId="ADAL" clId="{0EFB1117-2783-494F-9CC6-A8DC59321477}" dt="2026-07-23T17:00:00.042" v="1995" actId="164"/>
          <ac:picMkLst>
            <pc:docMk/>
            <pc:sldMk cId="2700629184" sldId="259"/>
            <ac:picMk id="19" creationId="{75A47E73-22E2-DC8D-32E0-3DCB5C5B650F}"/>
          </ac:picMkLst>
        </pc:picChg>
        <pc:picChg chg="add mod">
          <ac:chgData name="DAVID CASTIBLANCO" userId="8a3a5922-b1f5-45e2-8091-3e9df8cf8f22" providerId="ADAL" clId="{0EFB1117-2783-494F-9CC6-A8DC59321477}" dt="2026-07-23T17:00:00.042" v="1995" actId="164"/>
          <ac:picMkLst>
            <pc:docMk/>
            <pc:sldMk cId="2700629184" sldId="259"/>
            <ac:picMk id="21" creationId="{520A5F94-BE37-80E1-5FF1-C74726476F99}"/>
          </ac:picMkLst>
        </pc:picChg>
        <pc:picChg chg="add mod">
          <ac:chgData name="DAVID CASTIBLANCO" userId="8a3a5922-b1f5-45e2-8091-3e9df8cf8f22" providerId="ADAL" clId="{0EFB1117-2783-494F-9CC6-A8DC59321477}" dt="2026-07-23T17:00:00.042" v="1995" actId="164"/>
          <ac:picMkLst>
            <pc:docMk/>
            <pc:sldMk cId="2700629184" sldId="259"/>
            <ac:picMk id="23" creationId="{593C0884-EF80-7074-813E-E1EBE9F628EB}"/>
          </ac:picMkLst>
        </pc:picChg>
        <pc:picChg chg="add mod">
          <ac:chgData name="DAVID CASTIBLANCO" userId="8a3a5922-b1f5-45e2-8091-3e9df8cf8f22" providerId="ADAL" clId="{0EFB1117-2783-494F-9CC6-A8DC59321477}" dt="2026-07-23T17:00:00.042" v="1995" actId="164"/>
          <ac:picMkLst>
            <pc:docMk/>
            <pc:sldMk cId="2700629184" sldId="259"/>
            <ac:picMk id="25" creationId="{DA14D4EE-82AA-DCA5-40C2-B8D8C136B7A6}"/>
          </ac:picMkLst>
        </pc:picChg>
        <pc:picChg chg="add mod">
          <ac:chgData name="DAVID CASTIBLANCO" userId="8a3a5922-b1f5-45e2-8091-3e9df8cf8f22" providerId="ADAL" clId="{0EFB1117-2783-494F-9CC6-A8DC59321477}" dt="2026-07-23T17:00:00.042" v="1995" actId="164"/>
          <ac:picMkLst>
            <pc:docMk/>
            <pc:sldMk cId="2700629184" sldId="259"/>
            <ac:picMk id="27" creationId="{5E823CB0-5825-AEAF-8984-69F8317F0E90}"/>
          </ac:picMkLst>
        </pc:picChg>
        <pc:picChg chg="add del mod">
          <ac:chgData name="DAVID CASTIBLANCO" userId="8a3a5922-b1f5-45e2-8091-3e9df8cf8f22" providerId="ADAL" clId="{0EFB1117-2783-494F-9CC6-A8DC59321477}" dt="2026-07-23T17:00:00.042" v="1995" actId="164"/>
          <ac:picMkLst>
            <pc:docMk/>
            <pc:sldMk cId="2700629184" sldId="259"/>
            <ac:picMk id="29" creationId="{00094D68-8C93-F92E-EE13-E8AA74E88F58}"/>
          </ac:picMkLst>
        </pc:picChg>
        <pc:picChg chg="add">
          <ac:chgData name="DAVID CASTIBLANCO" userId="8a3a5922-b1f5-45e2-8091-3e9df8cf8f22" providerId="ADAL" clId="{0EFB1117-2783-494F-9CC6-A8DC59321477}" dt="2026-07-23T17:04:50.263" v="2040" actId="22"/>
          <ac:picMkLst>
            <pc:docMk/>
            <pc:sldMk cId="2700629184" sldId="259"/>
            <ac:picMk id="49" creationId="{AEFA4B1D-7455-4DD6-50F3-9D1D706376DE}"/>
          </ac:picMkLst>
        </pc:picChg>
        <pc:cxnChg chg="add mod">
          <ac:chgData name="DAVID CASTIBLANCO" userId="8a3a5922-b1f5-45e2-8091-3e9df8cf8f22" providerId="ADAL" clId="{0EFB1117-2783-494F-9CC6-A8DC59321477}" dt="2026-07-23T16:41:07.866" v="1620"/>
          <ac:cxnSpMkLst>
            <pc:docMk/>
            <pc:sldMk cId="2700629184" sldId="259"/>
            <ac:cxnSpMk id="4" creationId="{36843D86-1CF1-B9FA-EAF9-E9774FA7D495}"/>
          </ac:cxnSpMkLst>
        </pc:cxnChg>
        <pc:cxnChg chg="add mod">
          <ac:chgData name="DAVID CASTIBLANCO" userId="8a3a5922-b1f5-45e2-8091-3e9df8cf8f22" providerId="ADAL" clId="{0EFB1117-2783-494F-9CC6-A8DC59321477}" dt="2026-07-23T17:03:25.208" v="2024" actId="1076"/>
          <ac:cxnSpMkLst>
            <pc:docMk/>
            <pc:sldMk cId="2700629184" sldId="259"/>
            <ac:cxnSpMk id="43" creationId="{72F7A4AA-1693-C2D5-22F4-B412E920AFD1}"/>
          </ac:cxnSpMkLst>
        </pc:cxnChg>
      </pc:sldChg>
      <pc:sldChg chg="addSp delSp modSp new del mod">
        <pc:chgData name="DAVID CASTIBLANCO" userId="8a3a5922-b1f5-45e2-8091-3e9df8cf8f22" providerId="ADAL" clId="{0EFB1117-2783-494F-9CC6-A8DC59321477}" dt="2026-07-24T06:28:50.278" v="5258" actId="47"/>
        <pc:sldMkLst>
          <pc:docMk/>
          <pc:sldMk cId="2065793966" sldId="260"/>
        </pc:sldMkLst>
        <pc:spChg chg="del">
          <ac:chgData name="DAVID CASTIBLANCO" userId="8a3a5922-b1f5-45e2-8091-3e9df8cf8f22" providerId="ADAL" clId="{0EFB1117-2783-494F-9CC6-A8DC59321477}" dt="2026-07-23T17:05:31.690" v="2050" actId="478"/>
          <ac:spMkLst>
            <pc:docMk/>
            <pc:sldMk cId="2065793966" sldId="260"/>
            <ac:spMk id="2" creationId="{4011B8DC-BF54-C02B-FCB4-B9C39864F450}"/>
          </ac:spMkLst>
        </pc:spChg>
        <pc:spChg chg="del">
          <ac:chgData name="DAVID CASTIBLANCO" userId="8a3a5922-b1f5-45e2-8091-3e9df8cf8f22" providerId="ADAL" clId="{0EFB1117-2783-494F-9CC6-A8DC59321477}" dt="2026-07-23T17:05:34.381" v="2051" actId="478"/>
          <ac:spMkLst>
            <pc:docMk/>
            <pc:sldMk cId="2065793966" sldId="260"/>
            <ac:spMk id="3" creationId="{60E388FA-831E-77A7-D396-EEDCE04A9DB5}"/>
          </ac:spMkLst>
        </pc:spChg>
        <pc:spChg chg="add mod">
          <ac:chgData name="DAVID CASTIBLANCO" userId="8a3a5922-b1f5-45e2-8091-3e9df8cf8f22" providerId="ADAL" clId="{0EFB1117-2783-494F-9CC6-A8DC59321477}" dt="2026-07-23T17:06:44.017" v="2055"/>
          <ac:spMkLst>
            <pc:docMk/>
            <pc:sldMk cId="2065793966" sldId="260"/>
            <ac:spMk id="5" creationId="{7B99228D-0B68-E734-7582-27F2E15D8338}"/>
          </ac:spMkLst>
        </pc:spChg>
        <pc:spChg chg="add mod">
          <ac:chgData name="DAVID CASTIBLANCO" userId="8a3a5922-b1f5-45e2-8091-3e9df8cf8f22" providerId="ADAL" clId="{0EFB1117-2783-494F-9CC6-A8DC59321477}" dt="2026-07-23T17:20:53.991" v="2339"/>
          <ac:spMkLst>
            <pc:docMk/>
            <pc:sldMk cId="2065793966" sldId="260"/>
            <ac:spMk id="7" creationId="{EA184299-EB75-7658-DD18-3FD5130663F2}"/>
          </ac:spMkLst>
        </pc:spChg>
        <pc:spChg chg="add mod">
          <ac:chgData name="DAVID CASTIBLANCO" userId="8a3a5922-b1f5-45e2-8091-3e9df8cf8f22" providerId="ADAL" clId="{0EFB1117-2783-494F-9CC6-A8DC59321477}" dt="2026-07-23T17:20:42.152" v="2331" actId="1035"/>
          <ac:spMkLst>
            <pc:docMk/>
            <pc:sldMk cId="2065793966" sldId="260"/>
            <ac:spMk id="9" creationId="{1B9901CA-F227-0367-B3BA-4F52023DF2FE}"/>
          </ac:spMkLst>
        </pc:spChg>
        <pc:spChg chg="add del">
          <ac:chgData name="DAVID CASTIBLANCO" userId="8a3a5922-b1f5-45e2-8091-3e9df8cf8f22" providerId="ADAL" clId="{0EFB1117-2783-494F-9CC6-A8DC59321477}" dt="2026-07-23T17:22:04.771" v="2406" actId="478"/>
          <ac:spMkLst>
            <pc:docMk/>
            <pc:sldMk cId="2065793966" sldId="260"/>
            <ac:spMk id="11" creationId="{5142470A-5484-7717-D1D6-1DE976FF9E34}"/>
          </ac:spMkLst>
        </pc:spChg>
        <pc:spChg chg="add mod">
          <ac:chgData name="DAVID CASTIBLANCO" userId="8a3a5922-b1f5-45e2-8091-3e9df8cf8f22" providerId="ADAL" clId="{0EFB1117-2783-494F-9CC6-A8DC59321477}" dt="2026-07-23T17:22:48.993" v="2433" actId="1035"/>
          <ac:spMkLst>
            <pc:docMk/>
            <pc:sldMk cId="2065793966" sldId="260"/>
            <ac:spMk id="13" creationId="{00568472-802F-2B19-813C-03F7B2DB7FBC}"/>
          </ac:spMkLst>
        </pc:spChg>
        <pc:spChg chg="add del">
          <ac:chgData name="DAVID CASTIBLANCO" userId="8a3a5922-b1f5-45e2-8091-3e9df8cf8f22" providerId="ADAL" clId="{0EFB1117-2783-494F-9CC6-A8DC59321477}" dt="2026-07-23T17:08:12.557" v="2073" actId="22"/>
          <ac:spMkLst>
            <pc:docMk/>
            <pc:sldMk cId="2065793966" sldId="260"/>
            <ac:spMk id="15" creationId="{4FDC1F55-75BC-FB3D-8629-9CBB40171123}"/>
          </ac:spMkLst>
        </pc:spChg>
        <pc:spChg chg="add del">
          <ac:chgData name="DAVID CASTIBLANCO" userId="8a3a5922-b1f5-45e2-8091-3e9df8cf8f22" providerId="ADAL" clId="{0EFB1117-2783-494F-9CC6-A8DC59321477}" dt="2026-07-23T17:08:12.557" v="2073" actId="22"/>
          <ac:spMkLst>
            <pc:docMk/>
            <pc:sldMk cId="2065793966" sldId="260"/>
            <ac:spMk id="17" creationId="{C5F6E4C4-6CC6-F02D-A358-DC29929A7A84}"/>
          </ac:spMkLst>
        </pc:spChg>
        <pc:spChg chg="add del">
          <ac:chgData name="DAVID CASTIBLANCO" userId="8a3a5922-b1f5-45e2-8091-3e9df8cf8f22" providerId="ADAL" clId="{0EFB1117-2783-494F-9CC6-A8DC59321477}" dt="2026-07-23T17:09:30.107" v="2098" actId="478"/>
          <ac:spMkLst>
            <pc:docMk/>
            <pc:sldMk cId="2065793966" sldId="260"/>
            <ac:spMk id="21" creationId="{6FAE50AA-A926-7222-A4BB-C851565BACDF}"/>
          </ac:spMkLst>
        </pc:spChg>
        <pc:spChg chg="add mod">
          <ac:chgData name="DAVID CASTIBLANCO" userId="8a3a5922-b1f5-45e2-8091-3e9df8cf8f22" providerId="ADAL" clId="{0EFB1117-2783-494F-9CC6-A8DC59321477}" dt="2026-07-23T17:20:42.152" v="2331" actId="1035"/>
          <ac:spMkLst>
            <pc:docMk/>
            <pc:sldMk cId="2065793966" sldId="260"/>
            <ac:spMk id="23" creationId="{8433F40A-EF2D-4653-0A52-5C37A2C4E1EA}"/>
          </ac:spMkLst>
        </pc:spChg>
        <pc:spChg chg="add mod">
          <ac:chgData name="DAVID CASTIBLANCO" userId="8a3a5922-b1f5-45e2-8091-3e9df8cf8f22" providerId="ADAL" clId="{0EFB1117-2783-494F-9CC6-A8DC59321477}" dt="2026-07-23T18:10:46.042" v="2497" actId="20577"/>
          <ac:spMkLst>
            <pc:docMk/>
            <pc:sldMk cId="2065793966" sldId="260"/>
            <ac:spMk id="25" creationId="{5A3C4563-EC65-74DB-5DD4-20DCE2B92510}"/>
          </ac:spMkLst>
        </pc:spChg>
        <pc:spChg chg="add mod">
          <ac:chgData name="DAVID CASTIBLANCO" userId="8a3a5922-b1f5-45e2-8091-3e9df8cf8f22" providerId="ADAL" clId="{0EFB1117-2783-494F-9CC6-A8DC59321477}" dt="2026-07-23T17:20:42.152" v="2331" actId="1035"/>
          <ac:spMkLst>
            <pc:docMk/>
            <pc:sldMk cId="2065793966" sldId="260"/>
            <ac:spMk id="27" creationId="{17956811-547A-48E6-5CAF-126D1F086D6C}"/>
          </ac:spMkLst>
        </pc:spChg>
        <pc:spChg chg="add mod">
          <ac:chgData name="DAVID CASTIBLANCO" userId="8a3a5922-b1f5-45e2-8091-3e9df8cf8f22" providerId="ADAL" clId="{0EFB1117-2783-494F-9CC6-A8DC59321477}" dt="2026-07-23T18:11:49.332" v="2537" actId="1076"/>
          <ac:spMkLst>
            <pc:docMk/>
            <pc:sldMk cId="2065793966" sldId="260"/>
            <ac:spMk id="32" creationId="{C3F40813-30AA-DA5C-1978-460D840D265D}"/>
          </ac:spMkLst>
        </pc:spChg>
        <pc:spChg chg="add mod">
          <ac:chgData name="DAVID CASTIBLANCO" userId="8a3a5922-b1f5-45e2-8091-3e9df8cf8f22" providerId="ADAL" clId="{0EFB1117-2783-494F-9CC6-A8DC59321477}" dt="2026-07-23T17:20:42.152" v="2331" actId="1035"/>
          <ac:spMkLst>
            <pc:docMk/>
            <pc:sldMk cId="2065793966" sldId="260"/>
            <ac:spMk id="33" creationId="{26260C8C-1CAD-0FBF-6815-D67F8C053BA0}"/>
          </ac:spMkLst>
        </pc:spChg>
        <pc:spChg chg="add del">
          <ac:chgData name="DAVID CASTIBLANCO" userId="8a3a5922-b1f5-45e2-8091-3e9df8cf8f22" providerId="ADAL" clId="{0EFB1117-2783-494F-9CC6-A8DC59321477}" dt="2026-07-23T17:19:05.059" v="2282" actId="478"/>
          <ac:spMkLst>
            <pc:docMk/>
            <pc:sldMk cId="2065793966" sldId="260"/>
            <ac:spMk id="35" creationId="{6E6BC35E-4520-ADFC-5086-07B3177AC5E7}"/>
          </ac:spMkLst>
        </pc:spChg>
        <pc:spChg chg="add mod">
          <ac:chgData name="DAVID CASTIBLANCO" userId="8a3a5922-b1f5-45e2-8091-3e9df8cf8f22" providerId="ADAL" clId="{0EFB1117-2783-494F-9CC6-A8DC59321477}" dt="2026-07-23T17:20:42.152" v="2331" actId="1035"/>
          <ac:spMkLst>
            <pc:docMk/>
            <pc:sldMk cId="2065793966" sldId="260"/>
            <ac:spMk id="37" creationId="{CDAFA060-D235-7ED5-B7F1-AC3150A6D700}"/>
          </ac:spMkLst>
        </pc:spChg>
        <pc:spChg chg="add mod">
          <ac:chgData name="DAVID CASTIBLANCO" userId="8a3a5922-b1f5-45e2-8091-3e9df8cf8f22" providerId="ADAL" clId="{0EFB1117-2783-494F-9CC6-A8DC59321477}" dt="2026-07-23T17:23:06.120" v="2454" actId="1035"/>
          <ac:spMkLst>
            <pc:docMk/>
            <pc:sldMk cId="2065793966" sldId="260"/>
            <ac:spMk id="38" creationId="{D196086D-6061-AB58-3230-FE855DD4FD52}"/>
          </ac:spMkLst>
        </pc:spChg>
        <pc:spChg chg="add mod">
          <ac:chgData name="DAVID CASTIBLANCO" userId="8a3a5922-b1f5-45e2-8091-3e9df8cf8f22" providerId="ADAL" clId="{0EFB1117-2783-494F-9CC6-A8DC59321477}" dt="2026-07-23T17:22:48.993" v="2433" actId="1035"/>
          <ac:spMkLst>
            <pc:docMk/>
            <pc:sldMk cId="2065793966" sldId="260"/>
            <ac:spMk id="42" creationId="{36D10240-D216-677A-9D3E-5C6C64FB11EC}"/>
          </ac:spMkLst>
        </pc:spChg>
        <pc:spChg chg="add mod">
          <ac:chgData name="DAVID CASTIBLANCO" userId="8a3a5922-b1f5-45e2-8091-3e9df8cf8f22" providerId="ADAL" clId="{0EFB1117-2783-494F-9CC6-A8DC59321477}" dt="2026-07-23T17:23:25.900" v="2458" actId="207"/>
          <ac:spMkLst>
            <pc:docMk/>
            <pc:sldMk cId="2065793966" sldId="260"/>
            <ac:spMk id="44" creationId="{71EB46E2-80C7-3A65-62AF-EBDECEEF0D88}"/>
          </ac:spMkLst>
        </pc:spChg>
        <pc:spChg chg="add mod">
          <ac:chgData name="DAVID CASTIBLANCO" userId="8a3a5922-b1f5-45e2-8091-3e9df8cf8f22" providerId="ADAL" clId="{0EFB1117-2783-494F-9CC6-A8DC59321477}" dt="2026-07-23T17:23:54.296" v="2464" actId="120"/>
          <ac:spMkLst>
            <pc:docMk/>
            <pc:sldMk cId="2065793966" sldId="260"/>
            <ac:spMk id="46" creationId="{E2BD76BB-9842-3E2C-C83F-3BDC8D739C46}"/>
          </ac:spMkLst>
        </pc:spChg>
        <pc:graphicFrameChg chg="add mod modGraphic">
          <ac:chgData name="DAVID CASTIBLANCO" userId="8a3a5922-b1f5-45e2-8091-3e9df8cf8f22" providerId="ADAL" clId="{0EFB1117-2783-494F-9CC6-A8DC59321477}" dt="2026-07-23T18:12:32.348" v="2547" actId="20577"/>
          <ac:graphicFrameMkLst>
            <pc:docMk/>
            <pc:sldMk cId="2065793966" sldId="260"/>
            <ac:graphicFrameMk id="19" creationId="{A790D2F0-DBF2-9CA1-EFD1-EB8785354C31}"/>
          </ac:graphicFrameMkLst>
        </pc:graphicFrameChg>
        <pc:cxnChg chg="add mod">
          <ac:chgData name="DAVID CASTIBLANCO" userId="8a3a5922-b1f5-45e2-8091-3e9df8cf8f22" providerId="ADAL" clId="{0EFB1117-2783-494F-9CC6-A8DC59321477}" dt="2026-07-23T17:06:31.835" v="2052"/>
          <ac:cxnSpMkLst>
            <pc:docMk/>
            <pc:sldMk cId="2065793966" sldId="260"/>
            <ac:cxnSpMk id="4" creationId="{A2E5441F-D6C2-1192-99F2-24DD397606DD}"/>
          </ac:cxnSpMkLst>
        </pc:cxnChg>
        <pc:cxnChg chg="add mod">
          <ac:chgData name="DAVID CASTIBLANCO" userId="8a3a5922-b1f5-45e2-8091-3e9df8cf8f22" providerId="ADAL" clId="{0EFB1117-2783-494F-9CC6-A8DC59321477}" dt="2026-07-23T17:20:42.152" v="2331" actId="1035"/>
          <ac:cxnSpMkLst>
            <pc:docMk/>
            <pc:sldMk cId="2065793966" sldId="260"/>
            <ac:cxnSpMk id="29" creationId="{CAEC3C04-2953-CEA8-B4F8-6460698AE032}"/>
          </ac:cxnSpMkLst>
        </pc:cxnChg>
        <pc:cxnChg chg="add mod">
          <ac:chgData name="DAVID CASTIBLANCO" userId="8a3a5922-b1f5-45e2-8091-3e9df8cf8f22" providerId="ADAL" clId="{0EFB1117-2783-494F-9CC6-A8DC59321477}" dt="2026-07-23T17:23:06.120" v="2454" actId="1035"/>
          <ac:cxnSpMkLst>
            <pc:docMk/>
            <pc:sldMk cId="2065793966" sldId="260"/>
            <ac:cxnSpMk id="39" creationId="{86DC3659-1A5D-32B5-3770-8F102E0B34F7}"/>
          </ac:cxnSpMkLst>
        </pc:cxnChg>
        <pc:cxnChg chg="add mod">
          <ac:chgData name="DAVID CASTIBLANCO" userId="8a3a5922-b1f5-45e2-8091-3e9df8cf8f22" providerId="ADAL" clId="{0EFB1117-2783-494F-9CC6-A8DC59321477}" dt="2026-07-23T17:23:06.120" v="2454" actId="1035"/>
          <ac:cxnSpMkLst>
            <pc:docMk/>
            <pc:sldMk cId="2065793966" sldId="260"/>
            <ac:cxnSpMk id="40" creationId="{413311D5-2222-E1D0-F4B9-B787A2E0656C}"/>
          </ac:cxnSpMkLst>
        </pc:cxnChg>
      </pc:sldChg>
      <pc:sldChg chg="addSp delSp modSp add mod setBg">
        <pc:chgData name="DAVID CASTIBLANCO" userId="8a3a5922-b1f5-45e2-8091-3e9df8cf8f22" providerId="ADAL" clId="{0EFB1117-2783-494F-9CC6-A8DC59321477}" dt="2026-07-24T06:57:55.876" v="5714" actId="1035"/>
        <pc:sldMkLst>
          <pc:docMk/>
          <pc:sldMk cId="14757268" sldId="261"/>
        </pc:sldMkLst>
        <pc:spChg chg="del">
          <ac:chgData name="DAVID CASTIBLANCO" userId="8a3a5922-b1f5-45e2-8091-3e9df8cf8f22" providerId="ADAL" clId="{0EFB1117-2783-494F-9CC6-A8DC59321477}" dt="2026-07-24T05:18:37.196" v="4118" actId="478"/>
          <ac:spMkLst>
            <pc:docMk/>
            <pc:sldMk cId="14757268" sldId="261"/>
            <ac:spMk id="3" creationId="{B95F8B61-85FF-4601-DBAE-1E6EDD73F01B}"/>
          </ac:spMkLst>
        </pc:spChg>
        <pc:spChg chg="del">
          <ac:chgData name="DAVID CASTIBLANCO" userId="8a3a5922-b1f5-45e2-8091-3e9df8cf8f22" providerId="ADAL" clId="{0EFB1117-2783-494F-9CC6-A8DC59321477}" dt="2026-07-24T05:15:19.717" v="4108" actId="478"/>
          <ac:spMkLst>
            <pc:docMk/>
            <pc:sldMk cId="14757268" sldId="261"/>
            <ac:spMk id="4" creationId="{56DD17BC-D720-833B-C819-606F308FC751}"/>
          </ac:spMkLst>
        </pc:spChg>
        <pc:spChg chg="mod">
          <ac:chgData name="DAVID CASTIBLANCO" userId="8a3a5922-b1f5-45e2-8091-3e9df8cf8f22" providerId="ADAL" clId="{0EFB1117-2783-494F-9CC6-A8DC59321477}" dt="2026-07-24T05:14:52.983" v="4107" actId="20577"/>
          <ac:spMkLst>
            <pc:docMk/>
            <pc:sldMk cId="14757268" sldId="261"/>
            <ac:spMk id="6" creationId="{E09ECE60-835A-CC12-74E9-0AD0730828FA}"/>
          </ac:spMkLst>
        </pc:spChg>
        <pc:spChg chg="mod">
          <ac:chgData name="DAVID CASTIBLANCO" userId="8a3a5922-b1f5-45e2-8091-3e9df8cf8f22" providerId="ADAL" clId="{0EFB1117-2783-494F-9CC6-A8DC59321477}" dt="2026-07-24T05:21:11.676" v="4209" actId="692"/>
          <ac:spMkLst>
            <pc:docMk/>
            <pc:sldMk cId="14757268" sldId="261"/>
            <ac:spMk id="7" creationId="{6B1A24C2-10DA-BC5D-1910-5149BBF55DE4}"/>
          </ac:spMkLst>
        </pc:spChg>
        <pc:spChg chg="del mod">
          <ac:chgData name="DAVID CASTIBLANCO" userId="8a3a5922-b1f5-45e2-8091-3e9df8cf8f22" providerId="ADAL" clId="{0EFB1117-2783-494F-9CC6-A8DC59321477}" dt="2026-07-24T05:33:36.763" v="4690" actId="478"/>
          <ac:spMkLst>
            <pc:docMk/>
            <pc:sldMk cId="14757268" sldId="261"/>
            <ac:spMk id="8" creationId="{1945AB08-F7FD-622E-BF45-F368A31E4FF2}"/>
          </ac:spMkLst>
        </pc:spChg>
        <pc:spChg chg="mod topLvl">
          <ac:chgData name="DAVID CASTIBLANCO" userId="8a3a5922-b1f5-45e2-8091-3e9df8cf8f22" providerId="ADAL" clId="{0EFB1117-2783-494F-9CC6-A8DC59321477}" dt="2026-07-24T05:28:18.697" v="4580" actId="2085"/>
          <ac:spMkLst>
            <pc:docMk/>
            <pc:sldMk cId="14757268" sldId="261"/>
            <ac:spMk id="9" creationId="{83256406-F04C-330C-C856-08E9DE1BB1B0}"/>
          </ac:spMkLst>
        </pc:spChg>
        <pc:spChg chg="add mod">
          <ac:chgData name="DAVID CASTIBLANCO" userId="8a3a5922-b1f5-45e2-8091-3e9df8cf8f22" providerId="ADAL" clId="{0EFB1117-2783-494F-9CC6-A8DC59321477}" dt="2026-07-24T05:18:20.915" v="4115"/>
          <ac:spMkLst>
            <pc:docMk/>
            <pc:sldMk cId="14757268" sldId="261"/>
            <ac:spMk id="10" creationId="{8CE13E98-0D39-1574-F8E2-EDE24D313A33}"/>
          </ac:spMkLst>
        </pc:spChg>
        <pc:spChg chg="mod topLvl">
          <ac:chgData name="DAVID CASTIBLANCO" userId="8a3a5922-b1f5-45e2-8091-3e9df8cf8f22" providerId="ADAL" clId="{0EFB1117-2783-494F-9CC6-A8DC59321477}" dt="2026-07-24T05:24:24.768" v="4245" actId="478"/>
          <ac:spMkLst>
            <pc:docMk/>
            <pc:sldMk cId="14757268" sldId="261"/>
            <ac:spMk id="11" creationId="{2888DD3E-42C5-D358-66CA-161DE95949FC}"/>
          </ac:spMkLst>
        </pc:spChg>
        <pc:spChg chg="mod topLvl">
          <ac:chgData name="DAVID CASTIBLANCO" userId="8a3a5922-b1f5-45e2-8091-3e9df8cf8f22" providerId="ADAL" clId="{0EFB1117-2783-494F-9CC6-A8DC59321477}" dt="2026-07-24T05:26:19.555" v="4405" actId="478"/>
          <ac:spMkLst>
            <pc:docMk/>
            <pc:sldMk cId="14757268" sldId="261"/>
            <ac:spMk id="13" creationId="{24BA6599-E584-9D1F-2DFB-CED26C9721F8}"/>
          </ac:spMkLst>
        </pc:spChg>
        <pc:spChg chg="del">
          <ac:chgData name="DAVID CASTIBLANCO" userId="8a3a5922-b1f5-45e2-8091-3e9df8cf8f22" providerId="ADAL" clId="{0EFB1117-2783-494F-9CC6-A8DC59321477}" dt="2026-07-24T05:18:33.937" v="4117" actId="478"/>
          <ac:spMkLst>
            <pc:docMk/>
            <pc:sldMk cId="14757268" sldId="261"/>
            <ac:spMk id="15" creationId="{8597965D-64FF-2E4F-48D6-0DC10F406CDE}"/>
          </ac:spMkLst>
        </pc:spChg>
        <pc:spChg chg="del">
          <ac:chgData name="DAVID CASTIBLANCO" userId="8a3a5922-b1f5-45e2-8091-3e9df8cf8f22" providerId="ADAL" clId="{0EFB1117-2783-494F-9CC6-A8DC59321477}" dt="2026-07-24T05:18:37.196" v="4118" actId="478"/>
          <ac:spMkLst>
            <pc:docMk/>
            <pc:sldMk cId="14757268" sldId="261"/>
            <ac:spMk id="17" creationId="{B7EA2D98-B43E-3A18-1830-4F2BD1191D43}"/>
          </ac:spMkLst>
        </pc:spChg>
        <pc:spChg chg="add mod">
          <ac:chgData name="DAVID CASTIBLANCO" userId="8a3a5922-b1f5-45e2-8091-3e9df8cf8f22" providerId="ADAL" clId="{0EFB1117-2783-494F-9CC6-A8DC59321477}" dt="2026-07-24T05:22:49.559" v="4221" actId="1076"/>
          <ac:spMkLst>
            <pc:docMk/>
            <pc:sldMk cId="14757268" sldId="261"/>
            <ac:spMk id="18" creationId="{35851525-759E-2859-9588-6503D08E59B6}"/>
          </ac:spMkLst>
        </pc:spChg>
        <pc:spChg chg="add mod">
          <ac:chgData name="DAVID CASTIBLANCO" userId="8a3a5922-b1f5-45e2-8091-3e9df8cf8f22" providerId="ADAL" clId="{0EFB1117-2783-494F-9CC6-A8DC59321477}" dt="2026-07-24T06:30:48.895" v="5286" actId="1076"/>
          <ac:spMkLst>
            <pc:docMk/>
            <pc:sldMk cId="14757268" sldId="261"/>
            <ac:spMk id="21" creationId="{10F523C8-A7A5-E26C-D058-1AF341A74473}"/>
          </ac:spMkLst>
        </pc:spChg>
        <pc:spChg chg="del">
          <ac:chgData name="DAVID CASTIBLANCO" userId="8a3a5922-b1f5-45e2-8091-3e9df8cf8f22" providerId="ADAL" clId="{0EFB1117-2783-494F-9CC6-A8DC59321477}" dt="2026-07-24T05:18:37.196" v="4118" actId="478"/>
          <ac:spMkLst>
            <pc:docMk/>
            <pc:sldMk cId="14757268" sldId="261"/>
            <ac:spMk id="22" creationId="{C57C29B9-0C54-C71C-4D2C-2DF1A9543ABA}"/>
          </ac:spMkLst>
        </pc:spChg>
        <pc:spChg chg="del">
          <ac:chgData name="DAVID CASTIBLANCO" userId="8a3a5922-b1f5-45e2-8091-3e9df8cf8f22" providerId="ADAL" clId="{0EFB1117-2783-494F-9CC6-A8DC59321477}" dt="2026-07-24T05:18:37.196" v="4118" actId="478"/>
          <ac:spMkLst>
            <pc:docMk/>
            <pc:sldMk cId="14757268" sldId="261"/>
            <ac:spMk id="24" creationId="{25EE7471-0820-B2F8-CBE4-DA290D7C5987}"/>
          </ac:spMkLst>
        </pc:spChg>
        <pc:spChg chg="add mod">
          <ac:chgData name="DAVID CASTIBLANCO" userId="8a3a5922-b1f5-45e2-8091-3e9df8cf8f22" providerId="ADAL" clId="{0EFB1117-2783-494F-9CC6-A8DC59321477}" dt="2026-07-24T05:23:31.401" v="4237" actId="1076"/>
          <ac:spMkLst>
            <pc:docMk/>
            <pc:sldMk cId="14757268" sldId="261"/>
            <ac:spMk id="25" creationId="{EC4C06AB-9347-2F2B-1593-A975C0765C27}"/>
          </ac:spMkLst>
        </pc:spChg>
        <pc:spChg chg="del">
          <ac:chgData name="DAVID CASTIBLANCO" userId="8a3a5922-b1f5-45e2-8091-3e9df8cf8f22" providerId="ADAL" clId="{0EFB1117-2783-494F-9CC6-A8DC59321477}" dt="2026-07-24T05:18:37.196" v="4118" actId="478"/>
          <ac:spMkLst>
            <pc:docMk/>
            <pc:sldMk cId="14757268" sldId="261"/>
            <ac:spMk id="26" creationId="{F86BB9D3-E7E4-8F7C-B8D4-A50EB0BCDF3C}"/>
          </ac:spMkLst>
        </pc:spChg>
        <pc:spChg chg="del">
          <ac:chgData name="DAVID CASTIBLANCO" userId="8a3a5922-b1f5-45e2-8091-3e9df8cf8f22" providerId="ADAL" clId="{0EFB1117-2783-494F-9CC6-A8DC59321477}" dt="2026-07-24T05:18:40.994" v="4119" actId="478"/>
          <ac:spMkLst>
            <pc:docMk/>
            <pc:sldMk cId="14757268" sldId="261"/>
            <ac:spMk id="28" creationId="{FCDA57C3-44B5-88C9-AE1D-2C5625983F82}"/>
          </ac:spMkLst>
        </pc:spChg>
        <pc:spChg chg="add mod">
          <ac:chgData name="DAVID CASTIBLANCO" userId="8a3a5922-b1f5-45e2-8091-3e9df8cf8f22" providerId="ADAL" clId="{0EFB1117-2783-494F-9CC6-A8DC59321477}" dt="2026-07-24T05:25:14.450" v="4359" actId="1076"/>
          <ac:spMkLst>
            <pc:docMk/>
            <pc:sldMk cId="14757268" sldId="261"/>
            <ac:spMk id="29" creationId="{14C9A941-B74C-4217-94C8-746CB164C434}"/>
          </ac:spMkLst>
        </pc:spChg>
        <pc:spChg chg="add mod">
          <ac:chgData name="DAVID CASTIBLANCO" userId="8a3a5922-b1f5-45e2-8091-3e9df8cf8f22" providerId="ADAL" clId="{0EFB1117-2783-494F-9CC6-A8DC59321477}" dt="2026-07-24T06:30:58.549" v="5288" actId="1076"/>
          <ac:spMkLst>
            <pc:docMk/>
            <pc:sldMk cId="14757268" sldId="261"/>
            <ac:spMk id="32" creationId="{96C82B64-916E-785E-8E92-B1C480AEE096}"/>
          </ac:spMkLst>
        </pc:spChg>
        <pc:spChg chg="add mod">
          <ac:chgData name="DAVID CASTIBLANCO" userId="8a3a5922-b1f5-45e2-8091-3e9df8cf8f22" providerId="ADAL" clId="{0EFB1117-2783-494F-9CC6-A8DC59321477}" dt="2026-07-24T05:25:52.173" v="4404" actId="1076"/>
          <ac:spMkLst>
            <pc:docMk/>
            <pc:sldMk cId="14757268" sldId="261"/>
            <ac:spMk id="34" creationId="{20F5A688-AFBA-B0D4-ACE9-9AA509F3EBAA}"/>
          </ac:spMkLst>
        </pc:spChg>
        <pc:spChg chg="add mod">
          <ac:chgData name="DAVID CASTIBLANCO" userId="8a3a5922-b1f5-45e2-8091-3e9df8cf8f22" providerId="ADAL" clId="{0EFB1117-2783-494F-9CC6-A8DC59321477}" dt="2026-07-24T05:56:45.209" v="4944" actId="1076"/>
          <ac:spMkLst>
            <pc:docMk/>
            <pc:sldMk cId="14757268" sldId="261"/>
            <ac:spMk id="38" creationId="{E3B0AFA3-D3D4-D8B9-3DFD-4ECA5766F90C}"/>
          </ac:spMkLst>
        </pc:spChg>
        <pc:spChg chg="del">
          <ac:chgData name="DAVID CASTIBLANCO" userId="8a3a5922-b1f5-45e2-8091-3e9df8cf8f22" providerId="ADAL" clId="{0EFB1117-2783-494F-9CC6-A8DC59321477}" dt="2026-07-24T05:28:50.722" v="4584" actId="478"/>
          <ac:spMkLst>
            <pc:docMk/>
            <pc:sldMk cId="14757268" sldId="261"/>
            <ac:spMk id="39" creationId="{95C160CB-B9C2-7D3F-8E76-58D95603D3E8}"/>
          </ac:spMkLst>
        </pc:spChg>
        <pc:spChg chg="add mod">
          <ac:chgData name="DAVID CASTIBLANCO" userId="8a3a5922-b1f5-45e2-8091-3e9df8cf8f22" providerId="ADAL" clId="{0EFB1117-2783-494F-9CC6-A8DC59321477}" dt="2026-07-24T06:31:05.366" v="5289" actId="1076"/>
          <ac:spMkLst>
            <pc:docMk/>
            <pc:sldMk cId="14757268" sldId="261"/>
            <ac:spMk id="41" creationId="{819104F8-EEFA-B7F3-3F4D-63438270FFE2}"/>
          </ac:spMkLst>
        </pc:spChg>
        <pc:spChg chg="add mod">
          <ac:chgData name="DAVID CASTIBLANCO" userId="8a3a5922-b1f5-45e2-8091-3e9df8cf8f22" providerId="ADAL" clId="{0EFB1117-2783-494F-9CC6-A8DC59321477}" dt="2026-07-24T05:28:00.116" v="4578" actId="1076"/>
          <ac:spMkLst>
            <pc:docMk/>
            <pc:sldMk cId="14757268" sldId="261"/>
            <ac:spMk id="44" creationId="{0DD9A724-E524-732C-167D-60CD3F712EC4}"/>
          </ac:spMkLst>
        </pc:spChg>
        <pc:spChg chg="mod">
          <ac:chgData name="DAVID CASTIBLANCO" userId="8a3a5922-b1f5-45e2-8091-3e9df8cf8f22" providerId="ADAL" clId="{0EFB1117-2783-494F-9CC6-A8DC59321477}" dt="2026-07-24T05:19:45.337" v="4145" actId="1076"/>
          <ac:spMkLst>
            <pc:docMk/>
            <pc:sldMk cId="14757268" sldId="261"/>
            <ac:spMk id="45" creationId="{F8B0C945-6551-2E2C-5A4A-A4CC0ADACA12}"/>
          </ac:spMkLst>
        </pc:spChg>
        <pc:spChg chg="mod">
          <ac:chgData name="DAVID CASTIBLANCO" userId="8a3a5922-b1f5-45e2-8091-3e9df8cf8f22" providerId="ADAL" clId="{0EFB1117-2783-494F-9CC6-A8DC59321477}" dt="2026-07-24T06:30:45.591" v="5285" actId="1076"/>
          <ac:spMkLst>
            <pc:docMk/>
            <pc:sldMk cId="14757268" sldId="261"/>
            <ac:spMk id="47" creationId="{4B7835C4-EE84-FE5D-470C-918DCA1B7097}"/>
          </ac:spMkLst>
        </pc:spChg>
        <pc:spChg chg="add del">
          <ac:chgData name="DAVID CASTIBLANCO" userId="8a3a5922-b1f5-45e2-8091-3e9df8cf8f22" providerId="ADAL" clId="{0EFB1117-2783-494F-9CC6-A8DC59321477}" dt="2026-07-24T05:28:44.764" v="4582" actId="22"/>
          <ac:spMkLst>
            <pc:docMk/>
            <pc:sldMk cId="14757268" sldId="261"/>
            <ac:spMk id="48" creationId="{6AB12128-9189-9595-2411-2F3EC216A0B7}"/>
          </ac:spMkLst>
        </pc:spChg>
        <pc:spChg chg="mod">
          <ac:chgData name="DAVID CASTIBLANCO" userId="8a3a5922-b1f5-45e2-8091-3e9df8cf8f22" providerId="ADAL" clId="{0EFB1117-2783-494F-9CC6-A8DC59321477}" dt="2026-07-24T05:21:30.358" v="4214" actId="207"/>
          <ac:spMkLst>
            <pc:docMk/>
            <pc:sldMk cId="14757268" sldId="261"/>
            <ac:spMk id="49" creationId="{1FC27A1F-0A75-487F-2FDB-F91132A1134A}"/>
          </ac:spMkLst>
        </pc:spChg>
        <pc:spChg chg="del topLvl">
          <ac:chgData name="DAVID CASTIBLANCO" userId="8a3a5922-b1f5-45e2-8091-3e9df8cf8f22" providerId="ADAL" clId="{0EFB1117-2783-494F-9CC6-A8DC59321477}" dt="2026-07-24T05:22:22.588" v="4215" actId="478"/>
          <ac:spMkLst>
            <pc:docMk/>
            <pc:sldMk cId="14757268" sldId="261"/>
            <ac:spMk id="51" creationId="{192F01E0-0326-AB66-4540-9397812CD11D}"/>
          </ac:spMkLst>
        </pc:spChg>
        <pc:spChg chg="add del">
          <ac:chgData name="DAVID CASTIBLANCO" userId="8a3a5922-b1f5-45e2-8091-3e9df8cf8f22" providerId="ADAL" clId="{0EFB1117-2783-494F-9CC6-A8DC59321477}" dt="2026-07-24T05:28:44.764" v="4582" actId="22"/>
          <ac:spMkLst>
            <pc:docMk/>
            <pc:sldMk cId="14757268" sldId="261"/>
            <ac:spMk id="52" creationId="{202DAFCB-7D00-B88E-A167-D6AA0A5C93EF}"/>
          </ac:spMkLst>
        </pc:spChg>
        <pc:spChg chg="del">
          <ac:chgData name="DAVID CASTIBLANCO" userId="8a3a5922-b1f5-45e2-8091-3e9df8cf8f22" providerId="ADAL" clId="{0EFB1117-2783-494F-9CC6-A8DC59321477}" dt="2026-07-24T05:22:22.588" v="4215" actId="478"/>
          <ac:spMkLst>
            <pc:docMk/>
            <pc:sldMk cId="14757268" sldId="261"/>
            <ac:spMk id="53" creationId="{7ABCBC26-39EA-A952-C56D-D19AB3B08E0A}"/>
          </ac:spMkLst>
        </pc:spChg>
        <pc:spChg chg="del">
          <ac:chgData name="DAVID CASTIBLANCO" userId="8a3a5922-b1f5-45e2-8091-3e9df8cf8f22" providerId="ADAL" clId="{0EFB1117-2783-494F-9CC6-A8DC59321477}" dt="2026-07-24T05:22:22.588" v="4215" actId="478"/>
          <ac:spMkLst>
            <pc:docMk/>
            <pc:sldMk cId="14757268" sldId="261"/>
            <ac:spMk id="55" creationId="{8A4F526F-0F4A-2F57-D20A-96FA534801BE}"/>
          </ac:spMkLst>
        </pc:spChg>
        <pc:spChg chg="add del">
          <ac:chgData name="DAVID CASTIBLANCO" userId="8a3a5922-b1f5-45e2-8091-3e9df8cf8f22" providerId="ADAL" clId="{0EFB1117-2783-494F-9CC6-A8DC59321477}" dt="2026-07-24T05:28:44.764" v="4582" actId="22"/>
          <ac:spMkLst>
            <pc:docMk/>
            <pc:sldMk cId="14757268" sldId="261"/>
            <ac:spMk id="56" creationId="{F756E66B-07C1-0BEF-5967-148F0B8DB407}"/>
          </ac:spMkLst>
        </pc:spChg>
        <pc:spChg chg="del mod topLvl">
          <ac:chgData name="DAVID CASTIBLANCO" userId="8a3a5922-b1f5-45e2-8091-3e9df8cf8f22" providerId="ADAL" clId="{0EFB1117-2783-494F-9CC6-A8DC59321477}" dt="2026-07-24T05:24:24.768" v="4245" actId="478"/>
          <ac:spMkLst>
            <pc:docMk/>
            <pc:sldMk cId="14757268" sldId="261"/>
            <ac:spMk id="57" creationId="{CB58F3A0-0B1E-00C0-9FBA-85A3C05A186F}"/>
          </ac:spMkLst>
        </pc:spChg>
        <pc:spChg chg="del mod">
          <ac:chgData name="DAVID CASTIBLANCO" userId="8a3a5922-b1f5-45e2-8091-3e9df8cf8f22" providerId="ADAL" clId="{0EFB1117-2783-494F-9CC6-A8DC59321477}" dt="2026-07-24T05:24:22.538" v="4244" actId="478"/>
          <ac:spMkLst>
            <pc:docMk/>
            <pc:sldMk cId="14757268" sldId="261"/>
            <ac:spMk id="59" creationId="{19578788-84FE-8414-D237-049F7835E424}"/>
          </ac:spMkLst>
        </pc:spChg>
        <pc:spChg chg="del mod">
          <ac:chgData name="DAVID CASTIBLANCO" userId="8a3a5922-b1f5-45e2-8091-3e9df8cf8f22" providerId="ADAL" clId="{0EFB1117-2783-494F-9CC6-A8DC59321477}" dt="2026-07-24T05:24:20.656" v="4243" actId="478"/>
          <ac:spMkLst>
            <pc:docMk/>
            <pc:sldMk cId="14757268" sldId="261"/>
            <ac:spMk id="61" creationId="{ED9CE110-7D99-253E-1589-F08A6096FA9B}"/>
          </ac:spMkLst>
        </pc:spChg>
        <pc:spChg chg="del topLvl">
          <ac:chgData name="DAVID CASTIBLANCO" userId="8a3a5922-b1f5-45e2-8091-3e9df8cf8f22" providerId="ADAL" clId="{0EFB1117-2783-494F-9CC6-A8DC59321477}" dt="2026-07-24T05:26:19.555" v="4405" actId="478"/>
          <ac:spMkLst>
            <pc:docMk/>
            <pc:sldMk cId="14757268" sldId="261"/>
            <ac:spMk id="63" creationId="{4E86BA59-13BA-E16C-E976-87EA3B10D07D}"/>
          </ac:spMkLst>
        </pc:spChg>
        <pc:spChg chg="add del">
          <ac:chgData name="DAVID CASTIBLANCO" userId="8a3a5922-b1f5-45e2-8091-3e9df8cf8f22" providerId="ADAL" clId="{0EFB1117-2783-494F-9CC6-A8DC59321477}" dt="2026-07-24T05:28:44.764" v="4582" actId="22"/>
          <ac:spMkLst>
            <pc:docMk/>
            <pc:sldMk cId="14757268" sldId="261"/>
            <ac:spMk id="64" creationId="{82E52226-EFF0-5F1B-39C3-C4F74DC42B24}"/>
          </ac:spMkLst>
        </pc:spChg>
        <pc:spChg chg="del">
          <ac:chgData name="DAVID CASTIBLANCO" userId="8a3a5922-b1f5-45e2-8091-3e9df8cf8f22" providerId="ADAL" clId="{0EFB1117-2783-494F-9CC6-A8DC59321477}" dt="2026-07-24T05:26:19.555" v="4405" actId="478"/>
          <ac:spMkLst>
            <pc:docMk/>
            <pc:sldMk cId="14757268" sldId="261"/>
            <ac:spMk id="65" creationId="{C7E564BC-DC91-10E1-F647-346CF5601064}"/>
          </ac:spMkLst>
        </pc:spChg>
        <pc:spChg chg="del">
          <ac:chgData name="DAVID CASTIBLANCO" userId="8a3a5922-b1f5-45e2-8091-3e9df8cf8f22" providerId="ADAL" clId="{0EFB1117-2783-494F-9CC6-A8DC59321477}" dt="2026-07-24T05:26:19.555" v="4405" actId="478"/>
          <ac:spMkLst>
            <pc:docMk/>
            <pc:sldMk cId="14757268" sldId="261"/>
            <ac:spMk id="67" creationId="{4988ACF4-110A-445A-C3ED-69B353C3E726}"/>
          </ac:spMkLst>
        </pc:spChg>
        <pc:spChg chg="add del">
          <ac:chgData name="DAVID CASTIBLANCO" userId="8a3a5922-b1f5-45e2-8091-3e9df8cf8f22" providerId="ADAL" clId="{0EFB1117-2783-494F-9CC6-A8DC59321477}" dt="2026-07-24T05:28:44.764" v="4582" actId="22"/>
          <ac:spMkLst>
            <pc:docMk/>
            <pc:sldMk cId="14757268" sldId="261"/>
            <ac:spMk id="68" creationId="{A2510904-E996-A15A-1025-467389C6E40F}"/>
          </ac:spMkLst>
        </pc:spChg>
        <pc:spChg chg="add del">
          <ac:chgData name="DAVID CASTIBLANCO" userId="8a3a5922-b1f5-45e2-8091-3e9df8cf8f22" providerId="ADAL" clId="{0EFB1117-2783-494F-9CC6-A8DC59321477}" dt="2026-07-24T05:28:44.764" v="4582" actId="22"/>
          <ac:spMkLst>
            <pc:docMk/>
            <pc:sldMk cId="14757268" sldId="261"/>
            <ac:spMk id="74" creationId="{F20D3E81-8751-3762-E152-736C4F307C7F}"/>
          </ac:spMkLst>
        </pc:spChg>
        <pc:spChg chg="del">
          <ac:chgData name="DAVID CASTIBLANCO" userId="8a3a5922-b1f5-45e2-8091-3e9df8cf8f22" providerId="ADAL" clId="{0EFB1117-2783-494F-9CC6-A8DC59321477}" dt="2026-07-24T05:18:31.376" v="4116" actId="478"/>
          <ac:spMkLst>
            <pc:docMk/>
            <pc:sldMk cId="14757268" sldId="261"/>
            <ac:spMk id="75" creationId="{40B81C7E-5083-E15D-27B2-CD7BB8FF2062}"/>
          </ac:spMkLst>
        </pc:spChg>
        <pc:spChg chg="add del">
          <ac:chgData name="DAVID CASTIBLANCO" userId="8a3a5922-b1f5-45e2-8091-3e9df8cf8f22" providerId="ADAL" clId="{0EFB1117-2783-494F-9CC6-A8DC59321477}" dt="2026-07-24T05:28:44.764" v="4582" actId="22"/>
          <ac:spMkLst>
            <pc:docMk/>
            <pc:sldMk cId="14757268" sldId="261"/>
            <ac:spMk id="77" creationId="{2CE30464-3E2B-B59A-2843-FE1ED84489C3}"/>
          </ac:spMkLst>
        </pc:spChg>
        <pc:spChg chg="add del">
          <ac:chgData name="DAVID CASTIBLANCO" userId="8a3a5922-b1f5-45e2-8091-3e9df8cf8f22" providerId="ADAL" clId="{0EFB1117-2783-494F-9CC6-A8DC59321477}" dt="2026-07-24T05:28:44.764" v="4582" actId="22"/>
          <ac:spMkLst>
            <pc:docMk/>
            <pc:sldMk cId="14757268" sldId="261"/>
            <ac:spMk id="79" creationId="{760BDE35-981F-0E87-6CAA-BD92449DF09F}"/>
          </ac:spMkLst>
        </pc:spChg>
        <pc:spChg chg="add del">
          <ac:chgData name="DAVID CASTIBLANCO" userId="8a3a5922-b1f5-45e2-8091-3e9df8cf8f22" providerId="ADAL" clId="{0EFB1117-2783-494F-9CC6-A8DC59321477}" dt="2026-07-24T05:28:44.764" v="4582" actId="22"/>
          <ac:spMkLst>
            <pc:docMk/>
            <pc:sldMk cId="14757268" sldId="261"/>
            <ac:spMk id="81" creationId="{7EC82732-108B-496F-C73C-AAA8D14DE25E}"/>
          </ac:spMkLst>
        </pc:spChg>
        <pc:spChg chg="add del">
          <ac:chgData name="DAVID CASTIBLANCO" userId="8a3a5922-b1f5-45e2-8091-3e9df8cf8f22" providerId="ADAL" clId="{0EFB1117-2783-494F-9CC6-A8DC59321477}" dt="2026-07-24T05:28:44.764" v="4582" actId="22"/>
          <ac:spMkLst>
            <pc:docMk/>
            <pc:sldMk cId="14757268" sldId="261"/>
            <ac:spMk id="83" creationId="{C8881234-A13A-E09E-F436-4CD500F4A43E}"/>
          </ac:spMkLst>
        </pc:spChg>
        <pc:spChg chg="add">
          <ac:chgData name="DAVID CASTIBLANCO" userId="8a3a5922-b1f5-45e2-8091-3e9df8cf8f22" providerId="ADAL" clId="{0EFB1117-2783-494F-9CC6-A8DC59321477}" dt="2026-07-24T05:28:48.661" v="4583" actId="22"/>
          <ac:spMkLst>
            <pc:docMk/>
            <pc:sldMk cId="14757268" sldId="261"/>
            <ac:spMk id="85" creationId="{1A0483FE-37C8-068E-6F11-51C91403C820}"/>
          </ac:spMkLst>
        </pc:spChg>
        <pc:spChg chg="add mod">
          <ac:chgData name="DAVID CASTIBLANCO" userId="8a3a5922-b1f5-45e2-8091-3e9df8cf8f22" providerId="ADAL" clId="{0EFB1117-2783-494F-9CC6-A8DC59321477}" dt="2026-07-24T05:31:42.297" v="4632" actId="692"/>
          <ac:spMkLst>
            <pc:docMk/>
            <pc:sldMk cId="14757268" sldId="261"/>
            <ac:spMk id="87" creationId="{BE8E7B02-F367-867F-DD5F-4195D45AD769}"/>
          </ac:spMkLst>
        </pc:spChg>
        <pc:spChg chg="add mod">
          <ac:chgData name="DAVID CASTIBLANCO" userId="8a3a5922-b1f5-45e2-8091-3e9df8cf8f22" providerId="ADAL" clId="{0EFB1117-2783-494F-9CC6-A8DC59321477}" dt="2026-07-24T06:30:10.250" v="5279" actId="2711"/>
          <ac:spMkLst>
            <pc:docMk/>
            <pc:sldMk cId="14757268" sldId="261"/>
            <ac:spMk id="89" creationId="{CA4E0C07-EC25-49F0-FF71-5A6C731B08E1}"/>
          </ac:spMkLst>
        </pc:spChg>
        <pc:spChg chg="add mod">
          <ac:chgData name="DAVID CASTIBLANCO" userId="8a3a5922-b1f5-45e2-8091-3e9df8cf8f22" providerId="ADAL" clId="{0EFB1117-2783-494F-9CC6-A8DC59321477}" dt="2026-07-24T06:30:10.250" v="5279" actId="2711"/>
          <ac:spMkLst>
            <pc:docMk/>
            <pc:sldMk cId="14757268" sldId="261"/>
            <ac:spMk id="91" creationId="{D00CBA74-B6CC-B483-2653-E4F3CF187CA9}"/>
          </ac:spMkLst>
        </pc:spChg>
        <pc:spChg chg="add">
          <ac:chgData name="DAVID CASTIBLANCO" userId="8a3a5922-b1f5-45e2-8091-3e9df8cf8f22" providerId="ADAL" clId="{0EFB1117-2783-494F-9CC6-A8DC59321477}" dt="2026-07-24T05:28:48.661" v="4583" actId="22"/>
          <ac:spMkLst>
            <pc:docMk/>
            <pc:sldMk cId="14757268" sldId="261"/>
            <ac:spMk id="93" creationId="{A30A230C-9F38-3EE5-7C71-C5D4261C5C31}"/>
          </ac:spMkLst>
        </pc:spChg>
        <pc:spChg chg="add mod">
          <ac:chgData name="DAVID CASTIBLANCO" userId="8a3a5922-b1f5-45e2-8091-3e9df8cf8f22" providerId="ADAL" clId="{0EFB1117-2783-494F-9CC6-A8DC59321477}" dt="2026-07-24T05:31:50.933" v="4634" actId="692"/>
          <ac:spMkLst>
            <pc:docMk/>
            <pc:sldMk cId="14757268" sldId="261"/>
            <ac:spMk id="95" creationId="{8A02C0C0-32F8-0A15-3091-9AAC5AEE94A2}"/>
          </ac:spMkLst>
        </pc:spChg>
        <pc:spChg chg="add mod">
          <ac:chgData name="DAVID CASTIBLANCO" userId="8a3a5922-b1f5-45e2-8091-3e9df8cf8f22" providerId="ADAL" clId="{0EFB1117-2783-494F-9CC6-A8DC59321477}" dt="2026-07-24T06:30:10.250" v="5279" actId="2711"/>
          <ac:spMkLst>
            <pc:docMk/>
            <pc:sldMk cId="14757268" sldId="261"/>
            <ac:spMk id="97" creationId="{59929756-CB17-E914-C25C-3462BC4D1F4F}"/>
          </ac:spMkLst>
        </pc:spChg>
        <pc:spChg chg="mod">
          <ac:chgData name="DAVID CASTIBLANCO" userId="8a3a5922-b1f5-45e2-8091-3e9df8cf8f22" providerId="ADAL" clId="{0EFB1117-2783-494F-9CC6-A8DC59321477}" dt="2026-07-24T06:30:10.250" v="5279" actId="2711"/>
          <ac:spMkLst>
            <pc:docMk/>
            <pc:sldMk cId="14757268" sldId="261"/>
            <ac:spMk id="99" creationId="{E5C86E7E-E869-B2E9-AF5C-3F8C82DD77B4}"/>
          </ac:spMkLst>
        </pc:spChg>
        <pc:spChg chg="add">
          <ac:chgData name="DAVID CASTIBLANCO" userId="8a3a5922-b1f5-45e2-8091-3e9df8cf8f22" providerId="ADAL" clId="{0EFB1117-2783-494F-9CC6-A8DC59321477}" dt="2026-07-24T05:28:48.661" v="4583" actId="22"/>
          <ac:spMkLst>
            <pc:docMk/>
            <pc:sldMk cId="14757268" sldId="261"/>
            <ac:spMk id="101" creationId="{9DC6C349-731B-0288-448D-35A854F7677C}"/>
          </ac:spMkLst>
        </pc:spChg>
        <pc:spChg chg="add mod">
          <ac:chgData name="DAVID CASTIBLANCO" userId="8a3a5922-b1f5-45e2-8091-3e9df8cf8f22" providerId="ADAL" clId="{0EFB1117-2783-494F-9CC6-A8DC59321477}" dt="2026-07-24T05:31:58.948" v="4636" actId="692"/>
          <ac:spMkLst>
            <pc:docMk/>
            <pc:sldMk cId="14757268" sldId="261"/>
            <ac:spMk id="103" creationId="{144042C8-2F03-C22D-17A0-A73820C7EFB5}"/>
          </ac:spMkLst>
        </pc:spChg>
        <pc:spChg chg="add mod">
          <ac:chgData name="DAVID CASTIBLANCO" userId="8a3a5922-b1f5-45e2-8091-3e9df8cf8f22" providerId="ADAL" clId="{0EFB1117-2783-494F-9CC6-A8DC59321477}" dt="2026-07-24T06:30:10.250" v="5279" actId="2711"/>
          <ac:spMkLst>
            <pc:docMk/>
            <pc:sldMk cId="14757268" sldId="261"/>
            <ac:spMk id="105" creationId="{ECB9A136-C075-5958-F4E2-27A5A54100ED}"/>
          </ac:spMkLst>
        </pc:spChg>
        <pc:spChg chg="mod">
          <ac:chgData name="DAVID CASTIBLANCO" userId="8a3a5922-b1f5-45e2-8091-3e9df8cf8f22" providerId="ADAL" clId="{0EFB1117-2783-494F-9CC6-A8DC59321477}" dt="2026-07-24T06:30:10.250" v="5279" actId="2711"/>
          <ac:spMkLst>
            <pc:docMk/>
            <pc:sldMk cId="14757268" sldId="261"/>
            <ac:spMk id="107" creationId="{5E27AAAD-223C-CD12-880A-49534BCA2843}"/>
          </ac:spMkLst>
        </pc:spChg>
        <pc:spChg chg="add del">
          <ac:chgData name="DAVID CASTIBLANCO" userId="8a3a5922-b1f5-45e2-8091-3e9df8cf8f22" providerId="ADAL" clId="{0EFB1117-2783-494F-9CC6-A8DC59321477}" dt="2026-07-24T05:33:43.021" v="4692" actId="22"/>
          <ac:spMkLst>
            <pc:docMk/>
            <pc:sldMk cId="14757268" sldId="261"/>
            <ac:spMk id="109" creationId="{05DC9DF7-D2F4-8866-8492-6243F8106147}"/>
          </ac:spMkLst>
        </pc:spChg>
        <pc:spChg chg="add mod">
          <ac:chgData name="DAVID CASTIBLANCO" userId="8a3a5922-b1f5-45e2-8091-3e9df8cf8f22" providerId="ADAL" clId="{0EFB1117-2783-494F-9CC6-A8DC59321477}" dt="2026-07-24T05:34:27.647" v="4704" actId="1076"/>
          <ac:spMkLst>
            <pc:docMk/>
            <pc:sldMk cId="14757268" sldId="261"/>
            <ac:spMk id="113" creationId="{37857449-EDFE-8693-F48E-74DF9F807E48}"/>
          </ac:spMkLst>
        </pc:spChg>
        <pc:spChg chg="add mod">
          <ac:chgData name="DAVID CASTIBLANCO" userId="8a3a5922-b1f5-45e2-8091-3e9df8cf8f22" providerId="ADAL" clId="{0EFB1117-2783-494F-9CC6-A8DC59321477}" dt="2026-07-24T06:57:55.876" v="5714" actId="1035"/>
          <ac:spMkLst>
            <pc:docMk/>
            <pc:sldMk cId="14757268" sldId="261"/>
            <ac:spMk id="115" creationId="{CD8A6552-8818-FCE1-3911-827BD0AEF453}"/>
          </ac:spMkLst>
        </pc:spChg>
        <pc:grpChg chg="mod">
          <ac:chgData name="DAVID CASTIBLANCO" userId="8a3a5922-b1f5-45e2-8091-3e9df8cf8f22" providerId="ADAL" clId="{0EFB1117-2783-494F-9CC6-A8DC59321477}" dt="2026-07-24T05:18:48.548" v="4138" actId="1035"/>
          <ac:grpSpMkLst>
            <pc:docMk/>
            <pc:sldMk cId="14757268" sldId="261"/>
            <ac:grpSpMk id="70" creationId="{C67E2AA3-89A7-F3D0-6C12-F7601EE4BB98}"/>
          </ac:grpSpMkLst>
        </pc:grpChg>
        <pc:grpChg chg="del mod">
          <ac:chgData name="DAVID CASTIBLANCO" userId="8a3a5922-b1f5-45e2-8091-3e9df8cf8f22" providerId="ADAL" clId="{0EFB1117-2783-494F-9CC6-A8DC59321477}" dt="2026-07-24T05:22:22.588" v="4215" actId="478"/>
          <ac:grpSpMkLst>
            <pc:docMk/>
            <pc:sldMk cId="14757268" sldId="261"/>
            <ac:grpSpMk id="71" creationId="{C87DD702-66C2-B1B3-C2E4-C2950EC87EF1}"/>
          </ac:grpSpMkLst>
        </pc:grpChg>
        <pc:grpChg chg="del mod">
          <ac:chgData name="DAVID CASTIBLANCO" userId="8a3a5922-b1f5-45e2-8091-3e9df8cf8f22" providerId="ADAL" clId="{0EFB1117-2783-494F-9CC6-A8DC59321477}" dt="2026-07-24T05:24:24.768" v="4245" actId="478"/>
          <ac:grpSpMkLst>
            <pc:docMk/>
            <pc:sldMk cId="14757268" sldId="261"/>
            <ac:grpSpMk id="72" creationId="{93B0B52E-EF4E-994F-E7F1-03A5DB668A51}"/>
          </ac:grpSpMkLst>
        </pc:grpChg>
        <pc:grpChg chg="del mod">
          <ac:chgData name="DAVID CASTIBLANCO" userId="8a3a5922-b1f5-45e2-8091-3e9df8cf8f22" providerId="ADAL" clId="{0EFB1117-2783-494F-9CC6-A8DC59321477}" dt="2026-07-24T05:26:19.555" v="4405" actId="478"/>
          <ac:grpSpMkLst>
            <pc:docMk/>
            <pc:sldMk cId="14757268" sldId="261"/>
            <ac:grpSpMk id="73" creationId="{FBBAD464-4C6B-7850-F979-076307593E01}"/>
          </ac:grpSpMkLst>
        </pc:grpChg>
        <pc:graphicFrameChg chg="del">
          <ac:chgData name="DAVID CASTIBLANCO" userId="8a3a5922-b1f5-45e2-8091-3e9df8cf8f22" providerId="ADAL" clId="{0EFB1117-2783-494F-9CC6-A8DC59321477}" dt="2026-07-24T05:18:40.994" v="4119" actId="478"/>
          <ac:graphicFrameMkLst>
            <pc:docMk/>
            <pc:sldMk cId="14757268" sldId="261"/>
            <ac:graphicFrameMk id="16" creationId="{2024704F-CC5C-1C00-F6C4-410FA6C2E940}"/>
          </ac:graphicFrameMkLst>
        </pc:graphicFrameChg>
        <pc:graphicFrameChg chg="del">
          <ac:chgData name="DAVID CASTIBLANCO" userId="8a3a5922-b1f5-45e2-8091-3e9df8cf8f22" providerId="ADAL" clId="{0EFB1117-2783-494F-9CC6-A8DC59321477}" dt="2026-07-24T05:18:40.994" v="4119" actId="478"/>
          <ac:graphicFrameMkLst>
            <pc:docMk/>
            <pc:sldMk cId="14757268" sldId="261"/>
            <ac:graphicFrameMk id="20" creationId="{9964CE20-9EF3-95A0-E119-8DE66F26E606}"/>
          </ac:graphicFrameMkLst>
        </pc:graphicFrameChg>
        <pc:picChg chg="mod">
          <ac:chgData name="DAVID CASTIBLANCO" userId="8a3a5922-b1f5-45e2-8091-3e9df8cf8f22" providerId="ADAL" clId="{0EFB1117-2783-494F-9CC6-A8DC59321477}" dt="2026-07-24T05:34:27.647" v="4704" actId="1076"/>
          <ac:picMkLst>
            <pc:docMk/>
            <pc:sldMk cId="14757268" sldId="261"/>
            <ac:picMk id="12" creationId="{62875601-4550-3957-A3C8-88800DE1F1EA}"/>
          </ac:picMkLst>
        </pc:picChg>
        <pc:picChg chg="del">
          <ac:chgData name="DAVID CASTIBLANCO" userId="8a3a5922-b1f5-45e2-8091-3e9df8cf8f22" providerId="ADAL" clId="{0EFB1117-2783-494F-9CC6-A8DC59321477}" dt="2026-07-24T05:18:37.196" v="4118" actId="478"/>
          <ac:picMkLst>
            <pc:docMk/>
            <pc:sldMk cId="14757268" sldId="261"/>
            <ac:picMk id="31" creationId="{13527945-36DB-2E52-41A1-B35EDD8F7D6F}"/>
          </ac:picMkLst>
        </pc:picChg>
        <pc:picChg chg="del">
          <ac:chgData name="DAVID CASTIBLANCO" userId="8a3a5922-b1f5-45e2-8091-3e9df8cf8f22" providerId="ADAL" clId="{0EFB1117-2783-494F-9CC6-A8DC59321477}" dt="2026-07-24T05:18:37.196" v="4118" actId="478"/>
          <ac:picMkLst>
            <pc:docMk/>
            <pc:sldMk cId="14757268" sldId="261"/>
            <ac:picMk id="35" creationId="{EE70F219-2BE6-CCBA-2530-F1334B55139D}"/>
          </ac:picMkLst>
        </pc:picChg>
        <pc:picChg chg="del">
          <ac:chgData name="DAVID CASTIBLANCO" userId="8a3a5922-b1f5-45e2-8091-3e9df8cf8f22" providerId="ADAL" clId="{0EFB1117-2783-494F-9CC6-A8DC59321477}" dt="2026-07-24T05:18:40.994" v="4119" actId="478"/>
          <ac:picMkLst>
            <pc:docMk/>
            <pc:sldMk cId="14757268" sldId="261"/>
            <ac:picMk id="37" creationId="{AA3DE434-987C-098D-D885-6C7A71DE55F2}"/>
          </ac:picMkLst>
        </pc:picChg>
        <pc:picChg chg="del">
          <ac:chgData name="DAVID CASTIBLANCO" userId="8a3a5922-b1f5-45e2-8091-3e9df8cf8f22" providerId="ADAL" clId="{0EFB1117-2783-494F-9CC6-A8DC59321477}" dt="2026-07-24T05:28:52.700" v="4585" actId="478"/>
          <ac:picMkLst>
            <pc:docMk/>
            <pc:sldMk cId="14757268" sldId="261"/>
            <ac:picMk id="43" creationId="{87DD0C67-D0AB-DA74-2F6D-6A9BED57425E}"/>
          </ac:picMkLst>
        </pc:picChg>
        <pc:picChg chg="add del mod">
          <ac:chgData name="DAVID CASTIBLANCO" userId="8a3a5922-b1f5-45e2-8091-3e9df8cf8f22" providerId="ADAL" clId="{0EFB1117-2783-494F-9CC6-A8DC59321477}" dt="2026-07-24T05:33:49.036" v="4696" actId="22"/>
          <ac:picMkLst>
            <pc:docMk/>
            <pc:sldMk cId="14757268" sldId="261"/>
            <ac:picMk id="111" creationId="{B1190B97-D4C7-C77D-AE40-4F87522B0524}"/>
          </ac:picMkLst>
        </pc:picChg>
      </pc:sldChg>
      <pc:sldChg chg="new del">
        <pc:chgData name="DAVID CASTIBLANCO" userId="8a3a5922-b1f5-45e2-8091-3e9df8cf8f22" providerId="ADAL" clId="{0EFB1117-2783-494F-9CC6-A8DC59321477}" dt="2026-07-23T18:32:07.288" v="2595" actId="47"/>
        <pc:sldMkLst>
          <pc:docMk/>
          <pc:sldMk cId="2382983407" sldId="261"/>
        </pc:sldMkLst>
      </pc:sldChg>
      <pc:sldChg chg="add del">
        <pc:chgData name="DAVID CASTIBLANCO" userId="8a3a5922-b1f5-45e2-8091-3e9df8cf8f22" providerId="ADAL" clId="{0EFB1117-2783-494F-9CC6-A8DC59321477}" dt="2026-07-23T17:07:37.720" v="2069"/>
        <pc:sldMkLst>
          <pc:docMk/>
          <pc:sldMk cId="3521184030" sldId="261"/>
        </pc:sldMkLst>
      </pc:sldChg>
      <pc:sldChg chg="add del setBg">
        <pc:chgData name="DAVID CASTIBLANCO" userId="8a3a5922-b1f5-45e2-8091-3e9df8cf8f22" providerId="ADAL" clId="{0EFB1117-2783-494F-9CC6-A8DC59321477}" dt="2026-07-24T04:32:58.557" v="3498"/>
        <pc:sldMkLst>
          <pc:docMk/>
          <pc:sldMk cId="3111742771" sldId="262"/>
        </pc:sldMkLst>
      </pc:sldChg>
      <pc:sldChg chg="new del">
        <pc:chgData name="DAVID CASTIBLANCO" userId="8a3a5922-b1f5-45e2-8091-3e9df8cf8f22" providerId="ADAL" clId="{0EFB1117-2783-494F-9CC6-A8DC59321477}" dt="2026-07-23T18:32:07.288" v="2595" actId="47"/>
        <pc:sldMkLst>
          <pc:docMk/>
          <pc:sldMk cId="3624254443" sldId="262"/>
        </pc:sldMkLst>
      </pc:sldChg>
      <pc:sldChg chg="addSp delSp modSp add mod">
        <pc:chgData name="DAVID CASTIBLANCO" userId="8a3a5922-b1f5-45e2-8091-3e9df8cf8f22" providerId="ADAL" clId="{0EFB1117-2783-494F-9CC6-A8DC59321477}" dt="2026-07-24T05:58:28.528" v="4965" actId="207"/>
        <pc:sldMkLst>
          <pc:docMk/>
          <pc:sldMk cId="3782755240" sldId="262"/>
        </pc:sldMkLst>
        <pc:spChg chg="mod">
          <ac:chgData name="DAVID CASTIBLANCO" userId="8a3a5922-b1f5-45e2-8091-3e9df8cf8f22" providerId="ADAL" clId="{0EFB1117-2783-494F-9CC6-A8DC59321477}" dt="2026-07-24T05:38:06.802" v="4732" actId="1035"/>
          <ac:spMkLst>
            <pc:docMk/>
            <pc:sldMk cId="3782755240" sldId="262"/>
            <ac:spMk id="6" creationId="{BE33A54E-5694-7CC0-4561-0715FF5022BF}"/>
          </ac:spMkLst>
        </pc:spChg>
        <pc:spChg chg="mod">
          <ac:chgData name="DAVID CASTIBLANCO" userId="8a3a5922-b1f5-45e2-8091-3e9df8cf8f22" providerId="ADAL" clId="{0EFB1117-2783-494F-9CC6-A8DC59321477}" dt="2026-07-24T05:38:57.630" v="4737" actId="207"/>
          <ac:spMkLst>
            <pc:docMk/>
            <pc:sldMk cId="3782755240" sldId="262"/>
            <ac:spMk id="8" creationId="{4C2C23EE-BF8A-C5ED-EFC4-9F57C617DCEE}"/>
          </ac:spMkLst>
        </pc:spChg>
        <pc:spChg chg="mod">
          <ac:chgData name="DAVID CASTIBLANCO" userId="8a3a5922-b1f5-45e2-8091-3e9df8cf8f22" providerId="ADAL" clId="{0EFB1117-2783-494F-9CC6-A8DC59321477}" dt="2026-07-24T05:36:29.933" v="4722"/>
          <ac:spMkLst>
            <pc:docMk/>
            <pc:sldMk cId="3782755240" sldId="262"/>
            <ac:spMk id="10" creationId="{ED974D7B-D977-04FA-2268-759C64DD89CD}"/>
          </ac:spMkLst>
        </pc:spChg>
        <pc:spChg chg="add mod">
          <ac:chgData name="DAVID CASTIBLANCO" userId="8a3a5922-b1f5-45e2-8091-3e9df8cf8f22" providerId="ADAL" clId="{0EFB1117-2783-494F-9CC6-A8DC59321477}" dt="2026-07-24T05:40:39.703" v="4746" actId="2711"/>
          <ac:spMkLst>
            <pc:docMk/>
            <pc:sldMk cId="3782755240" sldId="262"/>
            <ac:spMk id="15" creationId="{873807C0-01D5-C1B2-EBAD-E903F652C636}"/>
          </ac:spMkLst>
        </pc:spChg>
        <pc:spChg chg="mod">
          <ac:chgData name="DAVID CASTIBLANCO" userId="8a3a5922-b1f5-45e2-8091-3e9df8cf8f22" providerId="ADAL" clId="{0EFB1117-2783-494F-9CC6-A8DC59321477}" dt="2026-07-24T05:41:08.567" v="4757" actId="1035"/>
          <ac:spMkLst>
            <pc:docMk/>
            <pc:sldMk cId="3782755240" sldId="262"/>
            <ac:spMk id="17" creationId="{0BC8BA15-B3AA-64EC-FB81-D549D26114A7}"/>
          </ac:spMkLst>
        </pc:spChg>
        <pc:spChg chg="del">
          <ac:chgData name="DAVID CASTIBLANCO" userId="8a3a5922-b1f5-45e2-8091-3e9df8cf8f22" providerId="ADAL" clId="{0EFB1117-2783-494F-9CC6-A8DC59321477}" dt="2026-07-24T05:37:13.500" v="4727" actId="478"/>
          <ac:spMkLst>
            <pc:docMk/>
            <pc:sldMk cId="3782755240" sldId="262"/>
            <ac:spMk id="18" creationId="{BB68DA11-DC26-EFFA-1279-774658FF9C65}"/>
          </ac:spMkLst>
        </pc:spChg>
        <pc:spChg chg="mod">
          <ac:chgData name="DAVID CASTIBLANCO" userId="8a3a5922-b1f5-45e2-8091-3e9df8cf8f22" providerId="ADAL" clId="{0EFB1117-2783-494F-9CC6-A8DC59321477}" dt="2026-07-24T05:41:25.629" v="4758" actId="2711"/>
          <ac:spMkLst>
            <pc:docMk/>
            <pc:sldMk cId="3782755240" sldId="262"/>
            <ac:spMk id="20" creationId="{746C2511-3541-4B9C-649A-4A937E052046}"/>
          </ac:spMkLst>
        </pc:spChg>
        <pc:spChg chg="add mod">
          <ac:chgData name="DAVID CASTIBLANCO" userId="8a3a5922-b1f5-45e2-8091-3e9df8cf8f22" providerId="ADAL" clId="{0EFB1117-2783-494F-9CC6-A8DC59321477}" dt="2026-07-24T05:41:42.459" v="4759" actId="2711"/>
          <ac:spMkLst>
            <pc:docMk/>
            <pc:sldMk cId="3782755240" sldId="262"/>
            <ac:spMk id="23" creationId="{5E1D6300-E785-DF31-DC55-99350BD782F2}"/>
          </ac:spMkLst>
        </pc:spChg>
        <pc:spChg chg="del">
          <ac:chgData name="DAVID CASTIBLANCO" userId="8a3a5922-b1f5-45e2-8091-3e9df8cf8f22" providerId="ADAL" clId="{0EFB1117-2783-494F-9CC6-A8DC59321477}" dt="2026-07-24T05:37:13.500" v="4727" actId="478"/>
          <ac:spMkLst>
            <pc:docMk/>
            <pc:sldMk cId="3782755240" sldId="262"/>
            <ac:spMk id="25" creationId="{32ABF118-2688-BF62-F412-73099EEB05B1}"/>
          </ac:spMkLst>
        </pc:spChg>
        <pc:spChg chg="add mod">
          <ac:chgData name="DAVID CASTIBLANCO" userId="8a3a5922-b1f5-45e2-8091-3e9df8cf8f22" providerId="ADAL" clId="{0EFB1117-2783-494F-9CC6-A8DC59321477}" dt="2026-07-24T05:42:22.592" v="4771" actId="692"/>
          <ac:spMkLst>
            <pc:docMk/>
            <pc:sldMk cId="3782755240" sldId="262"/>
            <ac:spMk id="26" creationId="{476C2E81-F861-8D77-34D1-7DAF89AFB712}"/>
          </ac:spMkLst>
        </pc:spChg>
        <pc:spChg chg="mod">
          <ac:chgData name="DAVID CASTIBLANCO" userId="8a3a5922-b1f5-45e2-8091-3e9df8cf8f22" providerId="ADAL" clId="{0EFB1117-2783-494F-9CC6-A8DC59321477}" dt="2026-07-24T05:38:57.630" v="4737" actId="207"/>
          <ac:spMkLst>
            <pc:docMk/>
            <pc:sldMk cId="3782755240" sldId="262"/>
            <ac:spMk id="28" creationId="{AFC566E9-8BD4-E6CE-AE14-C2A9DB3F9353}"/>
          </ac:spMkLst>
        </pc:spChg>
        <pc:spChg chg="mod">
          <ac:chgData name="DAVID CASTIBLANCO" userId="8a3a5922-b1f5-45e2-8091-3e9df8cf8f22" providerId="ADAL" clId="{0EFB1117-2783-494F-9CC6-A8DC59321477}" dt="2026-07-24T05:40:39.703" v="4746" actId="2711"/>
          <ac:spMkLst>
            <pc:docMk/>
            <pc:sldMk cId="3782755240" sldId="262"/>
            <ac:spMk id="31" creationId="{4803080D-A1FA-28B1-E97E-038C79688099}"/>
          </ac:spMkLst>
        </pc:spChg>
        <pc:spChg chg="del">
          <ac:chgData name="DAVID CASTIBLANCO" userId="8a3a5922-b1f5-45e2-8091-3e9df8cf8f22" providerId="ADAL" clId="{0EFB1117-2783-494F-9CC6-A8DC59321477}" dt="2026-07-24T05:37:13.500" v="4727" actId="478"/>
          <ac:spMkLst>
            <pc:docMk/>
            <pc:sldMk cId="3782755240" sldId="262"/>
            <ac:spMk id="34" creationId="{50A516AD-6EB7-B2C5-7ADE-6942F4450DCD}"/>
          </ac:spMkLst>
        </pc:spChg>
        <pc:spChg chg="mod">
          <ac:chgData name="DAVID CASTIBLANCO" userId="8a3a5922-b1f5-45e2-8091-3e9df8cf8f22" providerId="ADAL" clId="{0EFB1117-2783-494F-9CC6-A8DC59321477}" dt="2026-07-24T05:41:08.567" v="4757" actId="1035"/>
          <ac:spMkLst>
            <pc:docMk/>
            <pc:sldMk cId="3782755240" sldId="262"/>
            <ac:spMk id="35" creationId="{76AC88DB-FD3A-DE53-45FD-B1DEA56B5A84}"/>
          </ac:spMkLst>
        </pc:spChg>
        <pc:spChg chg="mod">
          <ac:chgData name="DAVID CASTIBLANCO" userId="8a3a5922-b1f5-45e2-8091-3e9df8cf8f22" providerId="ADAL" clId="{0EFB1117-2783-494F-9CC6-A8DC59321477}" dt="2026-07-24T05:41:25.629" v="4758" actId="2711"/>
          <ac:spMkLst>
            <pc:docMk/>
            <pc:sldMk cId="3782755240" sldId="262"/>
            <ac:spMk id="37" creationId="{A56EEA76-C7C7-A73E-EA6B-43940733B20F}"/>
          </ac:spMkLst>
        </pc:spChg>
        <pc:spChg chg="mod">
          <ac:chgData name="DAVID CASTIBLANCO" userId="8a3a5922-b1f5-45e2-8091-3e9df8cf8f22" providerId="ADAL" clId="{0EFB1117-2783-494F-9CC6-A8DC59321477}" dt="2026-07-24T05:42:04.260" v="4770" actId="1076"/>
          <ac:spMkLst>
            <pc:docMk/>
            <pc:sldMk cId="3782755240" sldId="262"/>
            <ac:spMk id="40" creationId="{C84B5072-315E-8D3B-4621-7E3DEE68135D}"/>
          </ac:spMkLst>
        </pc:spChg>
        <pc:spChg chg="del">
          <ac:chgData name="DAVID CASTIBLANCO" userId="8a3a5922-b1f5-45e2-8091-3e9df8cf8f22" providerId="ADAL" clId="{0EFB1117-2783-494F-9CC6-A8DC59321477}" dt="2026-07-24T05:37:13.500" v="4727" actId="478"/>
          <ac:spMkLst>
            <pc:docMk/>
            <pc:sldMk cId="3782755240" sldId="262"/>
            <ac:spMk id="41" creationId="{00B0A7AB-B388-1F2B-235E-4F7399E8EB31}"/>
          </ac:spMkLst>
        </pc:spChg>
        <pc:spChg chg="mod">
          <ac:chgData name="DAVID CASTIBLANCO" userId="8a3a5922-b1f5-45e2-8091-3e9df8cf8f22" providerId="ADAL" clId="{0EFB1117-2783-494F-9CC6-A8DC59321477}" dt="2026-07-24T05:42:22.592" v="4771" actId="692"/>
          <ac:spMkLst>
            <pc:docMk/>
            <pc:sldMk cId="3782755240" sldId="262"/>
            <ac:spMk id="43" creationId="{A78116D7-95CC-1E77-1FF7-4278363B66C1}"/>
          </ac:spMkLst>
        </pc:spChg>
        <pc:spChg chg="mod">
          <ac:chgData name="DAVID CASTIBLANCO" userId="8a3a5922-b1f5-45e2-8091-3e9df8cf8f22" providerId="ADAL" clId="{0EFB1117-2783-494F-9CC6-A8DC59321477}" dt="2026-07-24T05:38:57.630" v="4737" actId="207"/>
          <ac:spMkLst>
            <pc:docMk/>
            <pc:sldMk cId="3782755240" sldId="262"/>
            <ac:spMk id="48" creationId="{E8E213DF-1833-D77B-4FF4-ADEDC283379D}"/>
          </ac:spMkLst>
        </pc:spChg>
        <pc:spChg chg="mod">
          <ac:chgData name="DAVID CASTIBLANCO" userId="8a3a5922-b1f5-45e2-8091-3e9df8cf8f22" providerId="ADAL" clId="{0EFB1117-2783-494F-9CC6-A8DC59321477}" dt="2026-07-24T05:40:39.703" v="4746" actId="2711"/>
          <ac:spMkLst>
            <pc:docMk/>
            <pc:sldMk cId="3782755240" sldId="262"/>
            <ac:spMk id="51" creationId="{38A14FBD-3AEA-0543-C1B9-ABAEA0314E06}"/>
          </ac:spMkLst>
        </pc:spChg>
        <pc:spChg chg="add mod">
          <ac:chgData name="DAVID CASTIBLANCO" userId="8a3a5922-b1f5-45e2-8091-3e9df8cf8f22" providerId="ADAL" clId="{0EFB1117-2783-494F-9CC6-A8DC59321477}" dt="2026-07-24T05:41:08.567" v="4757" actId="1035"/>
          <ac:spMkLst>
            <pc:docMk/>
            <pc:sldMk cId="3782755240" sldId="262"/>
            <ac:spMk id="53" creationId="{6F2BBAAA-B91D-38B7-4D1C-1D2910E0DDE6}"/>
          </ac:spMkLst>
        </pc:spChg>
        <pc:spChg chg="add mod">
          <ac:chgData name="DAVID CASTIBLANCO" userId="8a3a5922-b1f5-45e2-8091-3e9df8cf8f22" providerId="ADAL" clId="{0EFB1117-2783-494F-9CC6-A8DC59321477}" dt="2026-07-24T05:41:25.629" v="4758" actId="2711"/>
          <ac:spMkLst>
            <pc:docMk/>
            <pc:sldMk cId="3782755240" sldId="262"/>
            <ac:spMk id="55" creationId="{A29C851D-854E-9B31-2884-5957F4A8D3ED}"/>
          </ac:spMkLst>
        </pc:spChg>
        <pc:spChg chg="add mod">
          <ac:chgData name="DAVID CASTIBLANCO" userId="8a3a5922-b1f5-45e2-8091-3e9df8cf8f22" providerId="ADAL" clId="{0EFB1117-2783-494F-9CC6-A8DC59321477}" dt="2026-07-24T05:41:42.459" v="4759" actId="2711"/>
          <ac:spMkLst>
            <pc:docMk/>
            <pc:sldMk cId="3782755240" sldId="262"/>
            <ac:spMk id="57" creationId="{97F37D4B-ACAC-631D-0796-1FA05527146F}"/>
          </ac:spMkLst>
        </pc:spChg>
        <pc:spChg chg="mod">
          <ac:chgData name="DAVID CASTIBLANCO" userId="8a3a5922-b1f5-45e2-8091-3e9df8cf8f22" providerId="ADAL" clId="{0EFB1117-2783-494F-9CC6-A8DC59321477}" dt="2026-07-24T05:42:22.592" v="4771" actId="692"/>
          <ac:spMkLst>
            <pc:docMk/>
            <pc:sldMk cId="3782755240" sldId="262"/>
            <ac:spMk id="59" creationId="{B40A251D-DC45-E859-DF64-A31835862C36}"/>
          </ac:spMkLst>
        </pc:spChg>
        <pc:spChg chg="mod">
          <ac:chgData name="DAVID CASTIBLANCO" userId="8a3a5922-b1f5-45e2-8091-3e9df8cf8f22" providerId="ADAL" clId="{0EFB1117-2783-494F-9CC6-A8DC59321477}" dt="2026-07-24T05:57:53.526" v="4951" actId="1076"/>
          <ac:spMkLst>
            <pc:docMk/>
            <pc:sldMk cId="3782755240" sldId="262"/>
            <ac:spMk id="61" creationId="{2466402E-AC1A-F528-78DF-78D0C7D0F416}"/>
          </ac:spMkLst>
        </pc:spChg>
        <pc:spChg chg="mod">
          <ac:chgData name="DAVID CASTIBLANCO" userId="8a3a5922-b1f5-45e2-8091-3e9df8cf8f22" providerId="ADAL" clId="{0EFB1117-2783-494F-9CC6-A8DC59321477}" dt="2026-07-24T05:42:59.715" v="4777" actId="207"/>
          <ac:spMkLst>
            <pc:docMk/>
            <pc:sldMk cId="3782755240" sldId="262"/>
            <ac:spMk id="63" creationId="{90C8E5C9-3161-9471-BAEA-0315C31FBC8F}"/>
          </ac:spMkLst>
        </pc:spChg>
        <pc:spChg chg="add mod">
          <ac:chgData name="DAVID CASTIBLANCO" userId="8a3a5922-b1f5-45e2-8091-3e9df8cf8f22" providerId="ADAL" clId="{0EFB1117-2783-494F-9CC6-A8DC59321477}" dt="2026-07-24T05:41:08.567" v="4757" actId="1035"/>
          <ac:spMkLst>
            <pc:docMk/>
            <pc:sldMk cId="3782755240" sldId="262"/>
            <ac:spMk id="65" creationId="{0F082C52-6303-9D1B-B2C5-BBF532119740}"/>
          </ac:spMkLst>
        </pc:spChg>
        <pc:spChg chg="mod">
          <ac:chgData name="DAVID CASTIBLANCO" userId="8a3a5922-b1f5-45e2-8091-3e9df8cf8f22" providerId="ADAL" clId="{0EFB1117-2783-494F-9CC6-A8DC59321477}" dt="2026-07-24T05:41:25.629" v="4758" actId="2711"/>
          <ac:spMkLst>
            <pc:docMk/>
            <pc:sldMk cId="3782755240" sldId="262"/>
            <ac:spMk id="67" creationId="{157E02C2-7527-3C15-8E00-FE569B49F63C}"/>
          </ac:spMkLst>
        </pc:spChg>
        <pc:spChg chg="mod">
          <ac:chgData name="DAVID CASTIBLANCO" userId="8a3a5922-b1f5-45e2-8091-3e9df8cf8f22" providerId="ADAL" clId="{0EFB1117-2783-494F-9CC6-A8DC59321477}" dt="2026-07-24T05:41:42.459" v="4759" actId="2711"/>
          <ac:spMkLst>
            <pc:docMk/>
            <pc:sldMk cId="3782755240" sldId="262"/>
            <ac:spMk id="69" creationId="{EDEF973F-0B5F-7195-12F3-5CDD985784CF}"/>
          </ac:spMkLst>
        </pc:spChg>
        <pc:spChg chg="mod">
          <ac:chgData name="DAVID CASTIBLANCO" userId="8a3a5922-b1f5-45e2-8091-3e9df8cf8f22" providerId="ADAL" clId="{0EFB1117-2783-494F-9CC6-A8DC59321477}" dt="2026-07-24T05:42:22.592" v="4771" actId="692"/>
          <ac:spMkLst>
            <pc:docMk/>
            <pc:sldMk cId="3782755240" sldId="262"/>
            <ac:spMk id="72" creationId="{C4B9D5EA-7ADA-AC49-612D-81D5A83D61B3}"/>
          </ac:spMkLst>
        </pc:spChg>
        <pc:spChg chg="mod">
          <ac:chgData name="DAVID CASTIBLANCO" userId="8a3a5922-b1f5-45e2-8091-3e9df8cf8f22" providerId="ADAL" clId="{0EFB1117-2783-494F-9CC6-A8DC59321477}" dt="2026-07-24T05:42:46.788" v="4775" actId="207"/>
          <ac:spMkLst>
            <pc:docMk/>
            <pc:sldMk cId="3782755240" sldId="262"/>
            <ac:spMk id="74" creationId="{5DE9D133-C517-79D7-0B43-C034CF63B7BF}"/>
          </ac:spMkLst>
        </pc:spChg>
        <pc:spChg chg="mod">
          <ac:chgData name="DAVID CASTIBLANCO" userId="8a3a5922-b1f5-45e2-8091-3e9df8cf8f22" providerId="ADAL" clId="{0EFB1117-2783-494F-9CC6-A8DC59321477}" dt="2026-07-24T05:42:59.715" v="4777" actId="207"/>
          <ac:spMkLst>
            <pc:docMk/>
            <pc:sldMk cId="3782755240" sldId="262"/>
            <ac:spMk id="76" creationId="{0EF38A7B-457A-7E57-B525-BEB57DDBB666}"/>
          </ac:spMkLst>
        </pc:spChg>
        <pc:spChg chg="mod">
          <ac:chgData name="DAVID CASTIBLANCO" userId="8a3a5922-b1f5-45e2-8091-3e9df8cf8f22" providerId="ADAL" clId="{0EFB1117-2783-494F-9CC6-A8DC59321477}" dt="2026-07-24T05:41:08.567" v="4757" actId="1035"/>
          <ac:spMkLst>
            <pc:docMk/>
            <pc:sldMk cId="3782755240" sldId="262"/>
            <ac:spMk id="78" creationId="{BFF9F4A4-B557-B496-283D-BCDF900E6D1E}"/>
          </ac:spMkLst>
        </pc:spChg>
        <pc:spChg chg="add mod">
          <ac:chgData name="DAVID CASTIBLANCO" userId="8a3a5922-b1f5-45e2-8091-3e9df8cf8f22" providerId="ADAL" clId="{0EFB1117-2783-494F-9CC6-A8DC59321477}" dt="2026-07-24T05:41:25.629" v="4758" actId="2711"/>
          <ac:spMkLst>
            <pc:docMk/>
            <pc:sldMk cId="3782755240" sldId="262"/>
            <ac:spMk id="80" creationId="{9FDBFD51-ADEE-A2B0-DAF5-F511C092E7CA}"/>
          </ac:spMkLst>
        </pc:spChg>
        <pc:spChg chg="mod">
          <ac:chgData name="DAVID CASTIBLANCO" userId="8a3a5922-b1f5-45e2-8091-3e9df8cf8f22" providerId="ADAL" clId="{0EFB1117-2783-494F-9CC6-A8DC59321477}" dt="2026-07-24T05:41:42.459" v="4759" actId="2711"/>
          <ac:spMkLst>
            <pc:docMk/>
            <pc:sldMk cId="3782755240" sldId="262"/>
            <ac:spMk id="82" creationId="{900715AE-C5D4-70EB-171C-54C9F7240A42}"/>
          </ac:spMkLst>
        </pc:spChg>
        <pc:spChg chg="mod">
          <ac:chgData name="DAVID CASTIBLANCO" userId="8a3a5922-b1f5-45e2-8091-3e9df8cf8f22" providerId="ADAL" clId="{0EFB1117-2783-494F-9CC6-A8DC59321477}" dt="2026-07-24T05:42:22.592" v="4771" actId="692"/>
          <ac:spMkLst>
            <pc:docMk/>
            <pc:sldMk cId="3782755240" sldId="262"/>
            <ac:spMk id="84" creationId="{C5EE6E7F-7A92-5217-30BE-59A96B11F2E7}"/>
          </ac:spMkLst>
        </pc:spChg>
        <pc:spChg chg="del">
          <ac:chgData name="DAVID CASTIBLANCO" userId="8a3a5922-b1f5-45e2-8091-3e9df8cf8f22" providerId="ADAL" clId="{0EFB1117-2783-494F-9CC6-A8DC59321477}" dt="2026-07-24T05:37:13.500" v="4727" actId="478"/>
          <ac:spMkLst>
            <pc:docMk/>
            <pc:sldMk cId="3782755240" sldId="262"/>
            <ac:spMk id="85" creationId="{9E5C210E-A3B0-5EFF-47E0-848108560DB1}"/>
          </ac:spMkLst>
        </pc:spChg>
        <pc:spChg chg="del">
          <ac:chgData name="DAVID CASTIBLANCO" userId="8a3a5922-b1f5-45e2-8091-3e9df8cf8f22" providerId="ADAL" clId="{0EFB1117-2783-494F-9CC6-A8DC59321477}" dt="2026-07-24T05:37:13.500" v="4727" actId="478"/>
          <ac:spMkLst>
            <pc:docMk/>
            <pc:sldMk cId="3782755240" sldId="262"/>
            <ac:spMk id="87" creationId="{DF43CAB3-E821-8692-2CAA-74FA3DC59D25}"/>
          </ac:spMkLst>
        </pc:spChg>
        <pc:spChg chg="add mod">
          <ac:chgData name="DAVID CASTIBLANCO" userId="8a3a5922-b1f5-45e2-8091-3e9df8cf8f22" providerId="ADAL" clId="{0EFB1117-2783-494F-9CC6-A8DC59321477}" dt="2026-07-24T05:43:17.703" v="4781" actId="207"/>
          <ac:spMkLst>
            <pc:docMk/>
            <pc:sldMk cId="3782755240" sldId="262"/>
            <ac:spMk id="88" creationId="{D76AA350-41D6-03E8-D1BE-74C105D953EC}"/>
          </ac:spMkLst>
        </pc:spChg>
        <pc:spChg chg="mod">
          <ac:chgData name="DAVID CASTIBLANCO" userId="8a3a5922-b1f5-45e2-8091-3e9df8cf8f22" providerId="ADAL" clId="{0EFB1117-2783-494F-9CC6-A8DC59321477}" dt="2026-07-24T05:41:08.567" v="4757" actId="1035"/>
          <ac:spMkLst>
            <pc:docMk/>
            <pc:sldMk cId="3782755240" sldId="262"/>
            <ac:spMk id="92" creationId="{870661E2-A277-38BF-9DF6-D78265821AD0}"/>
          </ac:spMkLst>
        </pc:spChg>
        <pc:spChg chg="mod">
          <ac:chgData name="DAVID CASTIBLANCO" userId="8a3a5922-b1f5-45e2-8091-3e9df8cf8f22" providerId="ADAL" clId="{0EFB1117-2783-494F-9CC6-A8DC59321477}" dt="2026-07-24T05:43:22.835" v="4782" actId="207"/>
          <ac:spMkLst>
            <pc:docMk/>
            <pc:sldMk cId="3782755240" sldId="262"/>
            <ac:spMk id="96" creationId="{A201CB53-BDE6-9121-B664-14F30F6CA4CA}"/>
          </ac:spMkLst>
        </pc:spChg>
        <pc:spChg chg="del">
          <ac:chgData name="DAVID CASTIBLANCO" userId="8a3a5922-b1f5-45e2-8091-3e9df8cf8f22" providerId="ADAL" clId="{0EFB1117-2783-494F-9CC6-A8DC59321477}" dt="2026-07-24T05:37:13.500" v="4727" actId="478"/>
          <ac:spMkLst>
            <pc:docMk/>
            <pc:sldMk cId="3782755240" sldId="262"/>
            <ac:spMk id="97" creationId="{0BA5643F-198E-D044-E200-316822BC753E}"/>
          </ac:spMkLst>
        </pc:spChg>
        <pc:spChg chg="add mod">
          <ac:chgData name="DAVID CASTIBLANCO" userId="8a3a5922-b1f5-45e2-8091-3e9df8cf8f22" providerId="ADAL" clId="{0EFB1117-2783-494F-9CC6-A8DC59321477}" dt="2026-07-24T05:43:30.963" v="4783" actId="207"/>
          <ac:spMkLst>
            <pc:docMk/>
            <pc:sldMk cId="3782755240" sldId="262"/>
            <ac:spMk id="100" creationId="{49525D26-CFF6-2D49-C2F1-D877F77410E7}"/>
          </ac:spMkLst>
        </pc:spChg>
        <pc:spChg chg="del">
          <ac:chgData name="DAVID CASTIBLANCO" userId="8a3a5922-b1f5-45e2-8091-3e9df8cf8f22" providerId="ADAL" clId="{0EFB1117-2783-494F-9CC6-A8DC59321477}" dt="2026-07-24T05:37:16.956" v="4728" actId="478"/>
          <ac:spMkLst>
            <pc:docMk/>
            <pc:sldMk cId="3782755240" sldId="262"/>
            <ac:spMk id="101" creationId="{7B2163A1-05A9-4976-C303-DFCD4CE2AD02}"/>
          </ac:spMkLst>
        </pc:spChg>
        <pc:spChg chg="del">
          <ac:chgData name="DAVID CASTIBLANCO" userId="8a3a5922-b1f5-45e2-8091-3e9df8cf8f22" providerId="ADAL" clId="{0EFB1117-2783-494F-9CC6-A8DC59321477}" dt="2026-07-24T05:37:13.500" v="4727" actId="478"/>
          <ac:spMkLst>
            <pc:docMk/>
            <pc:sldMk cId="3782755240" sldId="262"/>
            <ac:spMk id="103" creationId="{0C23AD88-1FDC-A410-91CD-CEE4B86794E1}"/>
          </ac:spMkLst>
        </pc:spChg>
        <pc:spChg chg="mod">
          <ac:chgData name="DAVID CASTIBLANCO" userId="8a3a5922-b1f5-45e2-8091-3e9df8cf8f22" providerId="ADAL" clId="{0EFB1117-2783-494F-9CC6-A8DC59321477}" dt="2026-07-24T05:56:55.811" v="4945" actId="14100"/>
          <ac:spMkLst>
            <pc:docMk/>
            <pc:sldMk cId="3782755240" sldId="262"/>
            <ac:spMk id="104" creationId="{F4B7B1E2-C2A9-5684-3025-552DEB923F22}"/>
          </ac:spMkLst>
        </pc:spChg>
        <pc:spChg chg="del">
          <ac:chgData name="DAVID CASTIBLANCO" userId="8a3a5922-b1f5-45e2-8091-3e9df8cf8f22" providerId="ADAL" clId="{0EFB1117-2783-494F-9CC6-A8DC59321477}" dt="2026-07-24T05:37:13.500" v="4727" actId="478"/>
          <ac:spMkLst>
            <pc:docMk/>
            <pc:sldMk cId="3782755240" sldId="262"/>
            <ac:spMk id="105" creationId="{9D179C96-E50A-334C-6020-5A4E68AEB82C}"/>
          </ac:spMkLst>
        </pc:spChg>
        <pc:spChg chg="del">
          <ac:chgData name="DAVID CASTIBLANCO" userId="8a3a5922-b1f5-45e2-8091-3e9df8cf8f22" providerId="ADAL" clId="{0EFB1117-2783-494F-9CC6-A8DC59321477}" dt="2026-07-24T05:37:13.500" v="4727" actId="478"/>
          <ac:spMkLst>
            <pc:docMk/>
            <pc:sldMk cId="3782755240" sldId="262"/>
            <ac:spMk id="107" creationId="{B951FCA5-DAE3-8A8F-F6C6-7698BAB5FEF4}"/>
          </ac:spMkLst>
        </pc:spChg>
        <pc:spChg chg="mod">
          <ac:chgData name="DAVID CASTIBLANCO" userId="8a3a5922-b1f5-45e2-8091-3e9df8cf8f22" providerId="ADAL" clId="{0EFB1117-2783-494F-9CC6-A8DC59321477}" dt="2026-07-24T05:57:02.898" v="4946" actId="1076"/>
          <ac:spMkLst>
            <pc:docMk/>
            <pc:sldMk cId="3782755240" sldId="262"/>
            <ac:spMk id="108" creationId="{2046439B-6504-9B48-0BEB-A9E1DFE9C28B}"/>
          </ac:spMkLst>
        </pc:spChg>
        <pc:spChg chg="mod">
          <ac:chgData name="DAVID CASTIBLANCO" userId="8a3a5922-b1f5-45e2-8091-3e9df8cf8f22" providerId="ADAL" clId="{0EFB1117-2783-494F-9CC6-A8DC59321477}" dt="2026-07-24T05:45:12.522" v="4795" actId="404"/>
          <ac:spMkLst>
            <pc:docMk/>
            <pc:sldMk cId="3782755240" sldId="262"/>
            <ac:spMk id="110" creationId="{188334A3-43E8-216A-4A9A-16F48C2D678E}"/>
          </ac:spMkLst>
        </pc:spChg>
        <pc:spChg chg="add mod ord">
          <ac:chgData name="DAVID CASTIBLANCO" userId="8a3a5922-b1f5-45e2-8091-3e9df8cf8f22" providerId="ADAL" clId="{0EFB1117-2783-494F-9CC6-A8DC59321477}" dt="2026-07-24T05:43:10.085" v="4779" actId="207"/>
          <ac:spMkLst>
            <pc:docMk/>
            <pc:sldMk cId="3782755240" sldId="262"/>
            <ac:spMk id="112" creationId="{7824160A-21E6-DCB1-A432-A8976A823468}"/>
          </ac:spMkLst>
        </pc:spChg>
        <pc:picChg chg="add del">
          <ac:chgData name="DAVID CASTIBLANCO" userId="8a3a5922-b1f5-45e2-8091-3e9df8cf8f22" providerId="ADAL" clId="{0EFB1117-2783-494F-9CC6-A8DC59321477}" dt="2026-07-24T05:35:56.143" v="4709" actId="22"/>
          <ac:picMkLst>
            <pc:docMk/>
            <pc:sldMk cId="3782755240" sldId="262"/>
            <ac:picMk id="3" creationId="{426AE9B2-6369-714C-93C2-41D92E793671}"/>
          </ac:picMkLst>
        </pc:picChg>
        <pc:picChg chg="add mod">
          <ac:chgData name="DAVID CASTIBLANCO" userId="8a3a5922-b1f5-45e2-8091-3e9df8cf8f22" providerId="ADAL" clId="{0EFB1117-2783-494F-9CC6-A8DC59321477}" dt="2026-07-24T05:58:28.528" v="4965" actId="207"/>
          <ac:picMkLst>
            <pc:docMk/>
            <pc:sldMk cId="3782755240" sldId="262"/>
            <ac:picMk id="115" creationId="{E46C2A6C-9595-3ECD-F552-1AAE7A745841}"/>
          </ac:picMkLst>
        </pc:picChg>
      </pc:sldChg>
      <pc:sldChg chg="add del">
        <pc:chgData name="DAVID CASTIBLANCO" userId="8a3a5922-b1f5-45e2-8091-3e9df8cf8f22" providerId="ADAL" clId="{0EFB1117-2783-494F-9CC6-A8DC59321477}" dt="2026-07-23T17:07:37.720" v="2069"/>
        <pc:sldMkLst>
          <pc:docMk/>
          <pc:sldMk cId="4056057550" sldId="262"/>
        </pc:sldMkLst>
      </pc:sldChg>
      <pc:sldChg chg="addSp delSp modSp add mod">
        <pc:chgData name="DAVID CASTIBLANCO" userId="8a3a5922-b1f5-45e2-8091-3e9df8cf8f22" providerId="ADAL" clId="{0EFB1117-2783-494F-9CC6-A8DC59321477}" dt="2026-07-24T06:57:15.440" v="5695" actId="14100"/>
        <pc:sldMkLst>
          <pc:docMk/>
          <pc:sldMk cId="137589722" sldId="263"/>
        </pc:sldMkLst>
        <pc:spChg chg="mod">
          <ac:chgData name="DAVID CASTIBLANCO" userId="8a3a5922-b1f5-45e2-8091-3e9df8cf8f22" providerId="ADAL" clId="{0EFB1117-2783-494F-9CC6-A8DC59321477}" dt="2026-07-24T05:48:45.193" v="4818" actId="2711"/>
          <ac:spMkLst>
            <pc:docMk/>
            <pc:sldMk cId="137589722" sldId="263"/>
            <ac:spMk id="3" creationId="{ECB98436-4ED6-215D-0CC6-9C3BD94181BA}"/>
          </ac:spMkLst>
        </pc:spChg>
        <pc:spChg chg="mod">
          <ac:chgData name="DAVID CASTIBLANCO" userId="8a3a5922-b1f5-45e2-8091-3e9df8cf8f22" providerId="ADAL" clId="{0EFB1117-2783-494F-9CC6-A8DC59321477}" dt="2026-07-24T05:46:34.275" v="4809" actId="20577"/>
          <ac:spMkLst>
            <pc:docMk/>
            <pc:sldMk cId="137589722" sldId="263"/>
            <ac:spMk id="6" creationId="{D44DFBD1-EA56-E910-AE2E-2A759AF0709E}"/>
          </ac:spMkLst>
        </pc:spChg>
        <pc:spChg chg="add mod">
          <ac:chgData name="DAVID CASTIBLANCO" userId="8a3a5922-b1f5-45e2-8091-3e9df8cf8f22" providerId="ADAL" clId="{0EFB1117-2783-494F-9CC6-A8DC59321477}" dt="2026-07-24T05:51:27.884" v="4852" actId="692"/>
          <ac:spMkLst>
            <pc:docMk/>
            <pc:sldMk cId="137589722" sldId="263"/>
            <ac:spMk id="7" creationId="{6EFF9262-D9C6-D99B-5304-8A6F196D1792}"/>
          </ac:spMkLst>
        </pc:spChg>
        <pc:spChg chg="mod">
          <ac:chgData name="DAVID CASTIBLANCO" userId="8a3a5922-b1f5-45e2-8091-3e9df8cf8f22" providerId="ADAL" clId="{0EFB1117-2783-494F-9CC6-A8DC59321477}" dt="2026-07-24T05:46:51.799" v="4814"/>
          <ac:spMkLst>
            <pc:docMk/>
            <pc:sldMk cId="137589722" sldId="263"/>
            <ac:spMk id="10" creationId="{DC3560F3-4D7A-EA94-2631-11C434E8D803}"/>
          </ac:spMkLst>
        </pc:spChg>
        <pc:spChg chg="add mod">
          <ac:chgData name="DAVID CASTIBLANCO" userId="8a3a5922-b1f5-45e2-8091-3e9df8cf8f22" providerId="ADAL" clId="{0EFB1117-2783-494F-9CC6-A8DC59321477}" dt="2026-07-24T05:48:56.876" v="4833" actId="1036"/>
          <ac:spMkLst>
            <pc:docMk/>
            <pc:sldMk cId="137589722" sldId="263"/>
            <ac:spMk id="11" creationId="{98812AF1-ADF2-3FD9-B335-773DA7B56B08}"/>
          </ac:spMkLst>
        </pc:spChg>
        <pc:spChg chg="mod">
          <ac:chgData name="DAVID CASTIBLANCO" userId="8a3a5922-b1f5-45e2-8091-3e9df8cf8f22" providerId="ADAL" clId="{0EFB1117-2783-494F-9CC6-A8DC59321477}" dt="2026-07-24T05:48:56.876" v="4833" actId="1036"/>
          <ac:spMkLst>
            <pc:docMk/>
            <pc:sldMk cId="137589722" sldId="263"/>
            <ac:spMk id="13" creationId="{D47DB4CD-A72E-EFA4-3691-3815DD63A021}"/>
          </ac:spMkLst>
        </pc:spChg>
        <pc:spChg chg="mod">
          <ac:chgData name="DAVID CASTIBLANCO" userId="8a3a5922-b1f5-45e2-8091-3e9df8cf8f22" providerId="ADAL" clId="{0EFB1117-2783-494F-9CC6-A8DC59321477}" dt="2026-07-24T05:51:52.616" v="4855" actId="692"/>
          <ac:spMkLst>
            <pc:docMk/>
            <pc:sldMk cId="137589722" sldId="263"/>
            <ac:spMk id="16" creationId="{0D1F97F5-C5C6-3CEF-A37C-7349830B2758}"/>
          </ac:spMkLst>
        </pc:spChg>
        <pc:spChg chg="mod">
          <ac:chgData name="DAVID CASTIBLANCO" userId="8a3a5922-b1f5-45e2-8091-3e9df8cf8f22" providerId="ADAL" clId="{0EFB1117-2783-494F-9CC6-A8DC59321477}" dt="2026-07-24T05:51:27.884" v="4852" actId="692"/>
          <ac:spMkLst>
            <pc:docMk/>
            <pc:sldMk cId="137589722" sldId="263"/>
            <ac:spMk id="19" creationId="{DD687F43-EBD2-B5B1-3698-EAAD44EFE07C}"/>
          </ac:spMkLst>
        </pc:spChg>
        <pc:spChg chg="del">
          <ac:chgData name="DAVID CASTIBLANCO" userId="8a3a5922-b1f5-45e2-8091-3e9df8cf8f22" providerId="ADAL" clId="{0EFB1117-2783-494F-9CC6-A8DC59321477}" dt="2026-07-24T05:46:59.142" v="4815" actId="478"/>
          <ac:spMkLst>
            <pc:docMk/>
            <pc:sldMk cId="137589722" sldId="263"/>
            <ac:spMk id="23" creationId="{B2B1A8D3-9761-F9E3-7CA3-6EC350A9EAE9}"/>
          </ac:spMkLst>
        </pc:spChg>
        <pc:spChg chg="mod">
          <ac:chgData name="DAVID CASTIBLANCO" userId="8a3a5922-b1f5-45e2-8091-3e9df8cf8f22" providerId="ADAL" clId="{0EFB1117-2783-494F-9CC6-A8DC59321477}" dt="2026-07-24T05:51:52.616" v="4855" actId="692"/>
          <ac:spMkLst>
            <pc:docMk/>
            <pc:sldMk cId="137589722" sldId="263"/>
            <ac:spMk id="29" creationId="{62B8EF09-F4C1-51E8-538E-59989C46E8E4}"/>
          </ac:spMkLst>
        </pc:spChg>
        <pc:spChg chg="mod">
          <ac:chgData name="DAVID CASTIBLANCO" userId="8a3a5922-b1f5-45e2-8091-3e9df8cf8f22" providerId="ADAL" clId="{0EFB1117-2783-494F-9CC6-A8DC59321477}" dt="2026-07-24T05:51:27.884" v="4852" actId="692"/>
          <ac:spMkLst>
            <pc:docMk/>
            <pc:sldMk cId="137589722" sldId="263"/>
            <ac:spMk id="32" creationId="{5C7F5157-A3A5-D6A7-B10F-98AB47FB7AFF}"/>
          </ac:spMkLst>
        </pc:spChg>
        <pc:spChg chg="add mod">
          <ac:chgData name="DAVID CASTIBLANCO" userId="8a3a5922-b1f5-45e2-8091-3e9df8cf8f22" providerId="ADAL" clId="{0EFB1117-2783-494F-9CC6-A8DC59321477}" dt="2026-07-24T05:48:56.876" v="4833" actId="1036"/>
          <ac:spMkLst>
            <pc:docMk/>
            <pc:sldMk cId="137589722" sldId="263"/>
            <ac:spMk id="34" creationId="{B33F7039-673D-F30B-5B37-0BFF225D91F9}"/>
          </ac:spMkLst>
        </pc:spChg>
        <pc:spChg chg="del">
          <ac:chgData name="DAVID CASTIBLANCO" userId="8a3a5922-b1f5-45e2-8091-3e9df8cf8f22" providerId="ADAL" clId="{0EFB1117-2783-494F-9CC6-A8DC59321477}" dt="2026-07-24T05:46:59.142" v="4815" actId="478"/>
          <ac:spMkLst>
            <pc:docMk/>
            <pc:sldMk cId="137589722" sldId="263"/>
            <ac:spMk id="35" creationId="{80AC505E-8172-EB85-046D-2897DCC6501D}"/>
          </ac:spMkLst>
        </pc:spChg>
        <pc:spChg chg="del">
          <ac:chgData name="DAVID CASTIBLANCO" userId="8a3a5922-b1f5-45e2-8091-3e9df8cf8f22" providerId="ADAL" clId="{0EFB1117-2783-494F-9CC6-A8DC59321477}" dt="2026-07-24T05:46:59.142" v="4815" actId="478"/>
          <ac:spMkLst>
            <pc:docMk/>
            <pc:sldMk cId="137589722" sldId="263"/>
            <ac:spMk id="40" creationId="{E492D7AE-BB00-B218-39EA-E71129538C94}"/>
          </ac:spMkLst>
        </pc:spChg>
        <pc:spChg chg="add mod">
          <ac:chgData name="DAVID CASTIBLANCO" userId="8a3a5922-b1f5-45e2-8091-3e9df8cf8f22" providerId="ADAL" clId="{0EFB1117-2783-494F-9CC6-A8DC59321477}" dt="2026-07-24T05:51:52.616" v="4855" actId="692"/>
          <ac:spMkLst>
            <pc:docMk/>
            <pc:sldMk cId="137589722" sldId="263"/>
            <ac:spMk id="41" creationId="{44CE8B90-517B-57A2-B4DA-C99502F3C96A}"/>
          </ac:spMkLst>
        </pc:spChg>
        <pc:spChg chg="del">
          <ac:chgData name="DAVID CASTIBLANCO" userId="8a3a5922-b1f5-45e2-8091-3e9df8cf8f22" providerId="ADAL" clId="{0EFB1117-2783-494F-9CC6-A8DC59321477}" dt="2026-07-24T05:46:59.142" v="4815" actId="478"/>
          <ac:spMkLst>
            <pc:docMk/>
            <pc:sldMk cId="137589722" sldId="263"/>
            <ac:spMk id="43" creationId="{3051D537-F49E-8F2D-39A6-FC6658BBC85B}"/>
          </ac:spMkLst>
        </pc:spChg>
        <pc:spChg chg="mod">
          <ac:chgData name="DAVID CASTIBLANCO" userId="8a3a5922-b1f5-45e2-8091-3e9df8cf8f22" providerId="ADAL" clId="{0EFB1117-2783-494F-9CC6-A8DC59321477}" dt="2026-07-24T05:51:39.927" v="4854" actId="207"/>
          <ac:spMkLst>
            <pc:docMk/>
            <pc:sldMk cId="137589722" sldId="263"/>
            <ac:spMk id="44" creationId="{A4CDF2ED-9B23-FB58-5021-E92E68487995}"/>
          </ac:spMkLst>
        </pc:spChg>
        <pc:spChg chg="add mod">
          <ac:chgData name="DAVID CASTIBLANCO" userId="8a3a5922-b1f5-45e2-8091-3e9df8cf8f22" providerId="ADAL" clId="{0EFB1117-2783-494F-9CC6-A8DC59321477}" dt="2026-07-24T05:48:56.876" v="4833" actId="1036"/>
          <ac:spMkLst>
            <pc:docMk/>
            <pc:sldMk cId="137589722" sldId="263"/>
            <ac:spMk id="46" creationId="{68A44BAF-F90E-AE78-0BA2-E448182A039C}"/>
          </ac:spMkLst>
        </pc:spChg>
        <pc:spChg chg="mod">
          <ac:chgData name="DAVID CASTIBLANCO" userId="8a3a5922-b1f5-45e2-8091-3e9df8cf8f22" providerId="ADAL" clId="{0EFB1117-2783-494F-9CC6-A8DC59321477}" dt="2026-07-24T05:52:27.770" v="4861" actId="14100"/>
          <ac:spMkLst>
            <pc:docMk/>
            <pc:sldMk cId="137589722" sldId="263"/>
            <ac:spMk id="52" creationId="{EF883D9C-4BE0-D9BB-538B-37A478C90436}"/>
          </ac:spMkLst>
        </pc:spChg>
        <pc:spChg chg="del">
          <ac:chgData name="DAVID CASTIBLANCO" userId="8a3a5922-b1f5-45e2-8091-3e9df8cf8f22" providerId="ADAL" clId="{0EFB1117-2783-494F-9CC6-A8DC59321477}" dt="2026-07-24T05:46:59.142" v="4815" actId="478"/>
          <ac:spMkLst>
            <pc:docMk/>
            <pc:sldMk cId="137589722" sldId="263"/>
            <ac:spMk id="55" creationId="{62702EFC-3B2C-5EF7-D0D7-D99A740F5463}"/>
          </ac:spMkLst>
        </pc:spChg>
        <pc:spChg chg="mod">
          <ac:chgData name="DAVID CASTIBLANCO" userId="8a3a5922-b1f5-45e2-8091-3e9df8cf8f22" providerId="ADAL" clId="{0EFB1117-2783-494F-9CC6-A8DC59321477}" dt="2026-07-24T05:52:56.992" v="4869" actId="692"/>
          <ac:spMkLst>
            <pc:docMk/>
            <pc:sldMk cId="137589722" sldId="263"/>
            <ac:spMk id="60" creationId="{4BAF0D99-EB86-9DC2-AA07-E7CAB732CAB6}"/>
          </ac:spMkLst>
        </pc:spChg>
        <pc:spChg chg="del">
          <ac:chgData name="DAVID CASTIBLANCO" userId="8a3a5922-b1f5-45e2-8091-3e9df8cf8f22" providerId="ADAL" clId="{0EFB1117-2783-494F-9CC6-A8DC59321477}" dt="2026-07-24T05:46:59.142" v="4815" actId="478"/>
          <ac:spMkLst>
            <pc:docMk/>
            <pc:sldMk cId="137589722" sldId="263"/>
            <ac:spMk id="67" creationId="{DDA3DBB0-21D9-0591-A810-2E1478A5470E}"/>
          </ac:spMkLst>
        </pc:spChg>
        <pc:spChg chg="del">
          <ac:chgData name="DAVID CASTIBLANCO" userId="8a3a5922-b1f5-45e2-8091-3e9df8cf8f22" providerId="ADAL" clId="{0EFB1117-2783-494F-9CC6-A8DC59321477}" dt="2026-07-24T05:46:59.142" v="4815" actId="478"/>
          <ac:spMkLst>
            <pc:docMk/>
            <pc:sldMk cId="137589722" sldId="263"/>
            <ac:spMk id="72" creationId="{1C9C4D74-D1E7-2682-B441-C613A3D2E582}"/>
          </ac:spMkLst>
        </pc:spChg>
        <pc:spChg chg="del">
          <ac:chgData name="DAVID CASTIBLANCO" userId="8a3a5922-b1f5-45e2-8091-3e9df8cf8f22" providerId="ADAL" clId="{0EFB1117-2783-494F-9CC6-A8DC59321477}" dt="2026-07-24T05:46:59.142" v="4815" actId="478"/>
          <ac:spMkLst>
            <pc:docMk/>
            <pc:sldMk cId="137589722" sldId="263"/>
            <ac:spMk id="74" creationId="{A63D2924-AC05-B972-E230-BA6E0E8B2AD7}"/>
          </ac:spMkLst>
        </pc:spChg>
        <pc:spChg chg="mod">
          <ac:chgData name="DAVID CASTIBLANCO" userId="8a3a5922-b1f5-45e2-8091-3e9df8cf8f22" providerId="ADAL" clId="{0EFB1117-2783-494F-9CC6-A8DC59321477}" dt="2026-07-24T05:53:39.104" v="4924" actId="692"/>
          <ac:spMkLst>
            <pc:docMk/>
            <pc:sldMk cId="137589722" sldId="263"/>
            <ac:spMk id="75" creationId="{8719388A-5956-071F-D56A-8DF7A8EBA515}"/>
          </ac:spMkLst>
        </pc:spChg>
        <pc:spChg chg="del">
          <ac:chgData name="DAVID CASTIBLANCO" userId="8a3a5922-b1f5-45e2-8091-3e9df8cf8f22" providerId="ADAL" clId="{0EFB1117-2783-494F-9CC6-A8DC59321477}" dt="2026-07-24T05:46:59.142" v="4815" actId="478"/>
          <ac:spMkLst>
            <pc:docMk/>
            <pc:sldMk cId="137589722" sldId="263"/>
            <ac:spMk id="76" creationId="{5A386EB2-3EC3-A356-B1A0-0C6446B2EFB4}"/>
          </ac:spMkLst>
        </pc:spChg>
        <pc:spChg chg="del">
          <ac:chgData name="DAVID CASTIBLANCO" userId="8a3a5922-b1f5-45e2-8091-3e9df8cf8f22" providerId="ADAL" clId="{0EFB1117-2783-494F-9CC6-A8DC59321477}" dt="2026-07-24T05:46:59.142" v="4815" actId="478"/>
          <ac:spMkLst>
            <pc:docMk/>
            <pc:sldMk cId="137589722" sldId="263"/>
            <ac:spMk id="78" creationId="{A676D3C7-2AA2-8D24-4509-1AE45076CC19}"/>
          </ac:spMkLst>
        </pc:spChg>
        <pc:spChg chg="add mod">
          <ac:chgData name="DAVID CASTIBLANCO" userId="8a3a5922-b1f5-45e2-8091-3e9df8cf8f22" providerId="ADAL" clId="{0EFB1117-2783-494F-9CC6-A8DC59321477}" dt="2026-07-24T05:48:56.876" v="4833" actId="1036"/>
          <ac:spMkLst>
            <pc:docMk/>
            <pc:sldMk cId="137589722" sldId="263"/>
            <ac:spMk id="79" creationId="{8F9E6D06-43E8-8E73-51B8-6D3582564FF2}"/>
          </ac:spMkLst>
        </pc:spChg>
        <pc:spChg chg="mod">
          <ac:chgData name="DAVID CASTIBLANCO" userId="8a3a5922-b1f5-45e2-8091-3e9df8cf8f22" providerId="ADAL" clId="{0EFB1117-2783-494F-9CC6-A8DC59321477}" dt="2026-07-24T05:53:15.301" v="4907" actId="1035"/>
          <ac:spMkLst>
            <pc:docMk/>
            <pc:sldMk cId="137589722" sldId="263"/>
            <ac:spMk id="86" creationId="{B8F48A37-BD25-600A-FB55-8607CC8276C0}"/>
          </ac:spMkLst>
        </pc:spChg>
        <pc:spChg chg="mod">
          <ac:chgData name="DAVID CASTIBLANCO" userId="8a3a5922-b1f5-45e2-8091-3e9df8cf8f22" providerId="ADAL" clId="{0EFB1117-2783-494F-9CC6-A8DC59321477}" dt="2026-07-24T05:53:39.104" v="4924" actId="692"/>
          <ac:spMkLst>
            <pc:docMk/>
            <pc:sldMk cId="137589722" sldId="263"/>
            <ac:spMk id="89" creationId="{A7B2B095-60DB-ED53-9470-21A89998F2B0}"/>
          </ac:spMkLst>
        </pc:spChg>
        <pc:spChg chg="add mod">
          <ac:chgData name="DAVID CASTIBLANCO" userId="8a3a5922-b1f5-45e2-8091-3e9df8cf8f22" providerId="ADAL" clId="{0EFB1117-2783-494F-9CC6-A8DC59321477}" dt="2026-07-24T05:48:56.876" v="4833" actId="1036"/>
          <ac:spMkLst>
            <pc:docMk/>
            <pc:sldMk cId="137589722" sldId="263"/>
            <ac:spMk id="91" creationId="{4B7717B5-BA54-24A0-2628-8ACC823C07F0}"/>
          </ac:spMkLst>
        </pc:spChg>
        <pc:spChg chg="add mod">
          <ac:chgData name="DAVID CASTIBLANCO" userId="8a3a5922-b1f5-45e2-8091-3e9df8cf8f22" providerId="ADAL" clId="{0EFB1117-2783-494F-9CC6-A8DC59321477}" dt="2026-07-24T05:54:11.278" v="4930" actId="692"/>
          <ac:spMkLst>
            <pc:docMk/>
            <pc:sldMk cId="137589722" sldId="263"/>
            <ac:spMk id="99" creationId="{3D501D88-F2B7-4810-C98D-36C6E32D50D7}"/>
          </ac:spMkLst>
        </pc:spChg>
        <pc:spChg chg="add mod">
          <ac:chgData name="DAVID CASTIBLANCO" userId="8a3a5922-b1f5-45e2-8091-3e9df8cf8f22" providerId="ADAL" clId="{0EFB1117-2783-494F-9CC6-A8DC59321477}" dt="2026-07-24T05:53:22.520" v="4922" actId="1036"/>
          <ac:spMkLst>
            <pc:docMk/>
            <pc:sldMk cId="137589722" sldId="263"/>
            <ac:spMk id="107" creationId="{10376997-FC3E-A78D-0D23-B20D06C50230}"/>
          </ac:spMkLst>
        </pc:spChg>
        <pc:spChg chg="mod">
          <ac:chgData name="DAVID CASTIBLANCO" userId="8a3a5922-b1f5-45e2-8091-3e9df8cf8f22" providerId="ADAL" clId="{0EFB1117-2783-494F-9CC6-A8DC59321477}" dt="2026-07-24T05:53:57.966" v="4928" actId="207"/>
          <ac:spMkLst>
            <pc:docMk/>
            <pc:sldMk cId="137589722" sldId="263"/>
            <ac:spMk id="111" creationId="{4B409434-2481-7CC5-3760-D2E7E9C8D8C1}"/>
          </ac:spMkLst>
        </pc:spChg>
        <pc:spChg chg="add mod">
          <ac:chgData name="DAVID CASTIBLANCO" userId="8a3a5922-b1f5-45e2-8091-3e9df8cf8f22" providerId="ADAL" clId="{0EFB1117-2783-494F-9CC6-A8DC59321477}" dt="2026-07-24T05:48:56.876" v="4833" actId="1036"/>
          <ac:spMkLst>
            <pc:docMk/>
            <pc:sldMk cId="137589722" sldId="263"/>
            <ac:spMk id="116" creationId="{D1A34A95-BD88-35F1-463C-FA3CD2EFAAD3}"/>
          </ac:spMkLst>
        </pc:spChg>
        <pc:spChg chg="mod">
          <ac:chgData name="DAVID CASTIBLANCO" userId="8a3a5922-b1f5-45e2-8091-3e9df8cf8f22" providerId="ADAL" clId="{0EFB1117-2783-494F-9CC6-A8DC59321477}" dt="2026-07-24T06:57:15.440" v="5695" actId="14100"/>
          <ac:spMkLst>
            <pc:docMk/>
            <pc:sldMk cId="137589722" sldId="263"/>
            <ac:spMk id="118" creationId="{11ECF3C1-8B7A-725D-9A66-DBB37BAB9649}"/>
          </ac:spMkLst>
        </pc:spChg>
        <pc:spChg chg="mod">
          <ac:chgData name="DAVID CASTIBLANCO" userId="8a3a5922-b1f5-45e2-8091-3e9df8cf8f22" providerId="ADAL" clId="{0EFB1117-2783-494F-9CC6-A8DC59321477}" dt="2026-07-24T06:31:29.107" v="5313" actId="1035"/>
          <ac:spMkLst>
            <pc:docMk/>
            <pc:sldMk cId="137589722" sldId="263"/>
            <ac:spMk id="120" creationId="{B35ECE12-DDE7-4031-5D38-77C95D7AC8EA}"/>
          </ac:spMkLst>
        </pc:spChg>
        <pc:picChg chg="add mod">
          <ac:chgData name="DAVID CASTIBLANCO" userId="8a3a5922-b1f5-45e2-8091-3e9df8cf8f22" providerId="ADAL" clId="{0EFB1117-2783-494F-9CC6-A8DC59321477}" dt="2026-07-24T05:52:39.382" v="4867" actId="1076"/>
          <ac:picMkLst>
            <pc:docMk/>
            <pc:sldMk cId="137589722" sldId="263"/>
            <ac:picMk id="122" creationId="{C89F46F0-0C8E-02B6-3AB2-FAA9BECD69E2}"/>
          </ac:picMkLst>
        </pc:picChg>
        <pc:picChg chg="add mod">
          <ac:chgData name="DAVID CASTIBLANCO" userId="8a3a5922-b1f5-45e2-8091-3e9df8cf8f22" providerId="ADAL" clId="{0EFB1117-2783-494F-9CC6-A8DC59321477}" dt="2026-07-24T06:31:29.107" v="5313" actId="1035"/>
          <ac:picMkLst>
            <pc:docMk/>
            <pc:sldMk cId="137589722" sldId="263"/>
            <ac:picMk id="124" creationId="{FB34B3E2-9CBD-0309-80AE-1E31B33AC2BB}"/>
          </ac:picMkLst>
        </pc:picChg>
      </pc:sldChg>
      <pc:sldChg chg="new del">
        <pc:chgData name="DAVID CASTIBLANCO" userId="8a3a5922-b1f5-45e2-8091-3e9df8cf8f22" providerId="ADAL" clId="{0EFB1117-2783-494F-9CC6-A8DC59321477}" dt="2026-07-23T18:32:07.288" v="2595" actId="47"/>
        <pc:sldMkLst>
          <pc:docMk/>
          <pc:sldMk cId="4066810506" sldId="263"/>
        </pc:sldMkLst>
      </pc:sldChg>
      <pc:sldChg chg="addSp delSp modSp add mod">
        <pc:chgData name="DAVID CASTIBLANCO" userId="8a3a5922-b1f5-45e2-8091-3e9df8cf8f22" providerId="ADAL" clId="{0EFB1117-2783-494F-9CC6-A8DC59321477}" dt="2026-07-24T06:58:14.478" v="5716" actId="14100"/>
        <pc:sldMkLst>
          <pc:docMk/>
          <pc:sldMk cId="1964211628" sldId="264"/>
        </pc:sldMkLst>
        <pc:spChg chg="del">
          <ac:chgData name="DAVID CASTIBLANCO" userId="8a3a5922-b1f5-45e2-8091-3e9df8cf8f22" providerId="ADAL" clId="{0EFB1117-2783-494F-9CC6-A8DC59321477}" dt="2026-07-24T06:02:29.038" v="4982" actId="478"/>
          <ac:spMkLst>
            <pc:docMk/>
            <pc:sldMk cId="1964211628" sldId="264"/>
            <ac:spMk id="3" creationId="{6B618B76-7C33-C0C2-42F8-72FA1B520CE1}"/>
          </ac:spMkLst>
        </pc:spChg>
        <pc:spChg chg="mod">
          <ac:chgData name="DAVID CASTIBLANCO" userId="8a3a5922-b1f5-45e2-8091-3e9df8cf8f22" providerId="ADAL" clId="{0EFB1117-2783-494F-9CC6-A8DC59321477}" dt="2026-07-24T06:02:58.040" v="4985" actId="2711"/>
          <ac:spMkLst>
            <pc:docMk/>
            <pc:sldMk cId="1964211628" sldId="264"/>
            <ac:spMk id="4" creationId="{3BEBC88A-9D2B-C4B4-6BA8-11A2923EFAF9}"/>
          </ac:spMkLst>
        </pc:spChg>
        <pc:spChg chg="mod">
          <ac:chgData name="DAVID CASTIBLANCO" userId="8a3a5922-b1f5-45e2-8091-3e9df8cf8f22" providerId="ADAL" clId="{0EFB1117-2783-494F-9CC6-A8DC59321477}" dt="2026-07-24T06:00:27.670" v="4975" actId="20577"/>
          <ac:spMkLst>
            <pc:docMk/>
            <pc:sldMk cId="1964211628" sldId="264"/>
            <ac:spMk id="6" creationId="{B7C43C4E-D2C6-0DCD-4EE8-72262110C6A5}"/>
          </ac:spMkLst>
        </pc:spChg>
        <pc:spChg chg="mod">
          <ac:chgData name="DAVID CASTIBLANCO" userId="8a3a5922-b1f5-45e2-8091-3e9df8cf8f22" providerId="ADAL" clId="{0EFB1117-2783-494F-9CC6-A8DC59321477}" dt="2026-07-24T06:00:57.084" v="4981" actId="14100"/>
          <ac:spMkLst>
            <pc:docMk/>
            <pc:sldMk cId="1964211628" sldId="264"/>
            <ac:spMk id="10" creationId="{E1769E9F-372F-1F82-9875-45087D2ACCB1}"/>
          </ac:spMkLst>
        </pc:spChg>
        <pc:spChg chg="mod">
          <ac:chgData name="DAVID CASTIBLANCO" userId="8a3a5922-b1f5-45e2-8091-3e9df8cf8f22" providerId="ADAL" clId="{0EFB1117-2783-494F-9CC6-A8DC59321477}" dt="2026-07-24T06:04:13.970" v="5010" actId="692"/>
          <ac:spMkLst>
            <pc:docMk/>
            <pc:sldMk cId="1964211628" sldId="264"/>
            <ac:spMk id="14" creationId="{9EB6A950-16FD-7A4E-97E1-F6744AB12CFF}"/>
          </ac:spMkLst>
        </pc:spChg>
        <pc:spChg chg="add mod">
          <ac:chgData name="DAVID CASTIBLANCO" userId="8a3a5922-b1f5-45e2-8091-3e9df8cf8f22" providerId="ADAL" clId="{0EFB1117-2783-494F-9CC6-A8DC59321477}" dt="2026-07-24T06:03:29.405" v="5003" actId="1035"/>
          <ac:spMkLst>
            <pc:docMk/>
            <pc:sldMk cId="1964211628" sldId="264"/>
            <ac:spMk id="17" creationId="{B32E5446-FE03-E085-F3EC-750F312F985D}"/>
          </ac:spMkLst>
        </pc:spChg>
        <pc:spChg chg="mod">
          <ac:chgData name="DAVID CASTIBLANCO" userId="8a3a5922-b1f5-45e2-8091-3e9df8cf8f22" providerId="ADAL" clId="{0EFB1117-2783-494F-9CC6-A8DC59321477}" dt="2026-07-24T06:02:58.040" v="4985" actId="2711"/>
          <ac:spMkLst>
            <pc:docMk/>
            <pc:sldMk cId="1964211628" sldId="264"/>
            <ac:spMk id="20" creationId="{02AF53EE-11C2-0623-EC4F-5AE715710508}"/>
          </ac:spMkLst>
        </pc:spChg>
        <pc:spChg chg="mod">
          <ac:chgData name="DAVID CASTIBLANCO" userId="8a3a5922-b1f5-45e2-8091-3e9df8cf8f22" providerId="ADAL" clId="{0EFB1117-2783-494F-9CC6-A8DC59321477}" dt="2026-07-24T06:04:22.038" v="5012" actId="692"/>
          <ac:spMkLst>
            <pc:docMk/>
            <pc:sldMk cId="1964211628" sldId="264"/>
            <ac:spMk id="26" creationId="{4EDF3587-8C16-48AF-C392-5BEAECD7B272}"/>
          </ac:spMkLst>
        </pc:spChg>
        <pc:spChg chg="mod">
          <ac:chgData name="DAVID CASTIBLANCO" userId="8a3a5922-b1f5-45e2-8091-3e9df8cf8f22" providerId="ADAL" clId="{0EFB1117-2783-494F-9CC6-A8DC59321477}" dt="2026-07-24T06:03:08.620" v="4986" actId="2711"/>
          <ac:spMkLst>
            <pc:docMk/>
            <pc:sldMk cId="1964211628" sldId="264"/>
            <ac:spMk id="28" creationId="{61B57AD7-D7B9-D85C-87B9-04752FF0E0C6}"/>
          </ac:spMkLst>
        </pc:spChg>
        <pc:spChg chg="mod">
          <ac:chgData name="DAVID CASTIBLANCO" userId="8a3a5922-b1f5-45e2-8091-3e9df8cf8f22" providerId="ADAL" clId="{0EFB1117-2783-494F-9CC6-A8DC59321477}" dt="2026-07-24T06:02:58.040" v="4985" actId="2711"/>
          <ac:spMkLst>
            <pc:docMk/>
            <pc:sldMk cId="1964211628" sldId="264"/>
            <ac:spMk id="31" creationId="{DC5B8BD6-D9BD-2DAB-8228-A47A5FF30FB5}"/>
          </ac:spMkLst>
        </pc:spChg>
        <pc:spChg chg="add mod">
          <ac:chgData name="DAVID CASTIBLANCO" userId="8a3a5922-b1f5-45e2-8091-3e9df8cf8f22" providerId="ADAL" clId="{0EFB1117-2783-494F-9CC6-A8DC59321477}" dt="2026-07-24T06:04:50.779" v="5018" actId="207"/>
          <ac:spMkLst>
            <pc:docMk/>
            <pc:sldMk cId="1964211628" sldId="264"/>
            <ac:spMk id="37" creationId="{94554185-7CCC-BEA5-AA8C-0D26207A414D}"/>
          </ac:spMkLst>
        </pc:spChg>
        <pc:spChg chg="del">
          <ac:chgData name="DAVID CASTIBLANCO" userId="8a3a5922-b1f5-45e2-8091-3e9df8cf8f22" providerId="ADAL" clId="{0EFB1117-2783-494F-9CC6-A8DC59321477}" dt="2026-07-24T06:02:29.038" v="4982" actId="478"/>
          <ac:spMkLst>
            <pc:docMk/>
            <pc:sldMk cId="1964211628" sldId="264"/>
            <ac:spMk id="38" creationId="{9F875B4D-3E84-8095-D777-6D255870650D}"/>
          </ac:spMkLst>
        </pc:spChg>
        <pc:spChg chg="add mod">
          <ac:chgData name="DAVID CASTIBLANCO" userId="8a3a5922-b1f5-45e2-8091-3e9df8cf8f22" providerId="ADAL" clId="{0EFB1117-2783-494F-9CC6-A8DC59321477}" dt="2026-07-24T06:03:29.405" v="5003" actId="1035"/>
          <ac:spMkLst>
            <pc:docMk/>
            <pc:sldMk cId="1964211628" sldId="264"/>
            <ac:spMk id="40" creationId="{EA27E9CE-CCF4-24E4-6140-5C048CD6269E}"/>
          </ac:spMkLst>
        </pc:spChg>
        <pc:spChg chg="add mod">
          <ac:chgData name="DAVID CASTIBLANCO" userId="8a3a5922-b1f5-45e2-8091-3e9df8cf8f22" providerId="ADAL" clId="{0EFB1117-2783-494F-9CC6-A8DC59321477}" dt="2026-07-24T06:03:29.405" v="5003" actId="1035"/>
          <ac:spMkLst>
            <pc:docMk/>
            <pc:sldMk cId="1964211628" sldId="264"/>
            <ac:spMk id="43" creationId="{7C183875-0CF1-BEC8-8592-36634F166736}"/>
          </ac:spMkLst>
        </pc:spChg>
        <pc:spChg chg="add mod">
          <ac:chgData name="DAVID CASTIBLANCO" userId="8a3a5922-b1f5-45e2-8091-3e9df8cf8f22" providerId="ADAL" clId="{0EFB1117-2783-494F-9CC6-A8DC59321477}" dt="2026-07-24T06:03:29.405" v="5003" actId="1035"/>
          <ac:spMkLst>
            <pc:docMk/>
            <pc:sldMk cId="1964211628" sldId="264"/>
            <ac:spMk id="47" creationId="{6AF6EA3F-2234-0195-FF12-70D4C93BF17E}"/>
          </ac:spMkLst>
        </pc:spChg>
        <pc:spChg chg="del">
          <ac:chgData name="DAVID CASTIBLANCO" userId="8a3a5922-b1f5-45e2-8091-3e9df8cf8f22" providerId="ADAL" clId="{0EFB1117-2783-494F-9CC6-A8DC59321477}" dt="2026-07-24T06:02:29.038" v="4982" actId="478"/>
          <ac:spMkLst>
            <pc:docMk/>
            <pc:sldMk cId="1964211628" sldId="264"/>
            <ac:spMk id="49" creationId="{69090F86-574A-C466-B0BC-55CB177A1CF8}"/>
          </ac:spMkLst>
        </pc:spChg>
        <pc:spChg chg="add mod">
          <ac:chgData name="DAVID CASTIBLANCO" userId="8a3a5922-b1f5-45e2-8091-3e9df8cf8f22" providerId="ADAL" clId="{0EFB1117-2783-494F-9CC6-A8DC59321477}" dt="2026-07-24T06:04:59.965" v="5020" actId="692"/>
          <ac:spMkLst>
            <pc:docMk/>
            <pc:sldMk cId="1964211628" sldId="264"/>
            <ac:spMk id="50" creationId="{E03822E1-F8C1-8514-253A-45ECC37EE503}"/>
          </ac:spMkLst>
        </pc:spChg>
        <pc:spChg chg="del">
          <ac:chgData name="DAVID CASTIBLANCO" userId="8a3a5922-b1f5-45e2-8091-3e9df8cf8f22" providerId="ADAL" clId="{0EFB1117-2783-494F-9CC6-A8DC59321477}" dt="2026-07-24T06:02:29.038" v="4982" actId="478"/>
          <ac:spMkLst>
            <pc:docMk/>
            <pc:sldMk cId="1964211628" sldId="264"/>
            <ac:spMk id="52" creationId="{85353846-4370-7FB1-A012-AEE6E5E7D2B1}"/>
          </ac:spMkLst>
        </pc:spChg>
        <pc:spChg chg="add mod">
          <ac:chgData name="DAVID CASTIBLANCO" userId="8a3a5922-b1f5-45e2-8091-3e9df8cf8f22" providerId="ADAL" clId="{0EFB1117-2783-494F-9CC6-A8DC59321477}" dt="2026-07-24T06:03:29.405" v="5003" actId="1035"/>
          <ac:spMkLst>
            <pc:docMk/>
            <pc:sldMk cId="1964211628" sldId="264"/>
            <ac:spMk id="53" creationId="{54DE593B-BB87-32F0-DBAB-03AE720D5F0B}"/>
          </ac:spMkLst>
        </pc:spChg>
        <pc:spChg chg="mod">
          <ac:chgData name="DAVID CASTIBLANCO" userId="8a3a5922-b1f5-45e2-8091-3e9df8cf8f22" providerId="ADAL" clId="{0EFB1117-2783-494F-9CC6-A8DC59321477}" dt="2026-07-24T06:02:58.040" v="4985" actId="2711"/>
          <ac:spMkLst>
            <pc:docMk/>
            <pc:sldMk cId="1964211628" sldId="264"/>
            <ac:spMk id="55" creationId="{117AF049-5E4A-C1CC-ADA3-D0CC50954F79}"/>
          </ac:spMkLst>
        </pc:spChg>
        <pc:spChg chg="del">
          <ac:chgData name="DAVID CASTIBLANCO" userId="8a3a5922-b1f5-45e2-8091-3e9df8cf8f22" providerId="ADAL" clId="{0EFB1117-2783-494F-9CC6-A8DC59321477}" dt="2026-07-24T06:02:29.038" v="4982" actId="478"/>
          <ac:spMkLst>
            <pc:docMk/>
            <pc:sldMk cId="1964211628" sldId="264"/>
            <ac:spMk id="56" creationId="{B686A43C-CACD-DE82-681A-AF0D6996C44D}"/>
          </ac:spMkLst>
        </pc:spChg>
        <pc:spChg chg="add mod">
          <ac:chgData name="DAVID CASTIBLANCO" userId="8a3a5922-b1f5-45e2-8091-3e9df8cf8f22" providerId="ADAL" clId="{0EFB1117-2783-494F-9CC6-A8DC59321477}" dt="2026-07-24T06:03:29.405" v="5003" actId="1035"/>
          <ac:spMkLst>
            <pc:docMk/>
            <pc:sldMk cId="1964211628" sldId="264"/>
            <ac:spMk id="58" creationId="{D7A1426A-851F-974D-FB4D-FE521833E4D4}"/>
          </ac:spMkLst>
        </pc:spChg>
        <pc:spChg chg="del">
          <ac:chgData name="DAVID CASTIBLANCO" userId="8a3a5922-b1f5-45e2-8091-3e9df8cf8f22" providerId="ADAL" clId="{0EFB1117-2783-494F-9CC6-A8DC59321477}" dt="2026-07-24T06:02:29.038" v="4982" actId="478"/>
          <ac:spMkLst>
            <pc:docMk/>
            <pc:sldMk cId="1964211628" sldId="264"/>
            <ac:spMk id="60" creationId="{CE2B52C0-436C-4D03-7CD3-8D87BD03C121}"/>
          </ac:spMkLst>
        </pc:spChg>
        <pc:spChg chg="mod">
          <ac:chgData name="DAVID CASTIBLANCO" userId="8a3a5922-b1f5-45e2-8091-3e9df8cf8f22" providerId="ADAL" clId="{0EFB1117-2783-494F-9CC6-A8DC59321477}" dt="2026-07-24T06:05:07.367" v="5022" actId="207"/>
          <ac:spMkLst>
            <pc:docMk/>
            <pc:sldMk cId="1964211628" sldId="264"/>
            <ac:spMk id="61" creationId="{B5CE7F68-DDCB-2D7C-6A35-A888ECEAF252}"/>
          </ac:spMkLst>
        </pc:spChg>
        <pc:spChg chg="mod">
          <ac:chgData name="DAVID CASTIBLANCO" userId="8a3a5922-b1f5-45e2-8091-3e9df8cf8f22" providerId="ADAL" clId="{0EFB1117-2783-494F-9CC6-A8DC59321477}" dt="2026-07-24T06:03:08.620" v="4986" actId="2711"/>
          <ac:spMkLst>
            <pc:docMk/>
            <pc:sldMk cId="1964211628" sldId="264"/>
            <ac:spMk id="63" creationId="{C7B887E3-D84B-D92E-E68D-438B45151CFE}"/>
          </ac:spMkLst>
        </pc:spChg>
        <pc:spChg chg="add mod">
          <ac:chgData name="DAVID CASTIBLANCO" userId="8a3a5922-b1f5-45e2-8091-3e9df8cf8f22" providerId="ADAL" clId="{0EFB1117-2783-494F-9CC6-A8DC59321477}" dt="2026-07-24T06:03:29.405" v="5003" actId="1035"/>
          <ac:spMkLst>
            <pc:docMk/>
            <pc:sldMk cId="1964211628" sldId="264"/>
            <ac:spMk id="66" creationId="{F9DBAF80-3756-72DC-0C8D-3A6C77838955}"/>
          </ac:spMkLst>
        </pc:spChg>
        <pc:spChg chg="del">
          <ac:chgData name="DAVID CASTIBLANCO" userId="8a3a5922-b1f5-45e2-8091-3e9df8cf8f22" providerId="ADAL" clId="{0EFB1117-2783-494F-9CC6-A8DC59321477}" dt="2026-07-24T06:02:29.038" v="4982" actId="478"/>
          <ac:spMkLst>
            <pc:docMk/>
            <pc:sldMk cId="1964211628" sldId="264"/>
            <ac:spMk id="68" creationId="{91FF7091-36F8-EDA3-2151-D2FFA6C08B6E}"/>
          </ac:spMkLst>
        </pc:spChg>
        <pc:spChg chg="add mod">
          <ac:chgData name="DAVID CASTIBLANCO" userId="8a3a5922-b1f5-45e2-8091-3e9df8cf8f22" providerId="ADAL" clId="{0EFB1117-2783-494F-9CC6-A8DC59321477}" dt="2026-07-24T06:03:29.405" v="5003" actId="1035"/>
          <ac:spMkLst>
            <pc:docMk/>
            <pc:sldMk cId="1964211628" sldId="264"/>
            <ac:spMk id="69" creationId="{5625DF3E-951E-D7CF-22A1-7E14CED574FD}"/>
          </ac:spMkLst>
        </pc:spChg>
        <pc:spChg chg="del mod">
          <ac:chgData name="DAVID CASTIBLANCO" userId="8a3a5922-b1f5-45e2-8091-3e9df8cf8f22" providerId="ADAL" clId="{0EFB1117-2783-494F-9CC6-A8DC59321477}" dt="2026-07-24T06:00:41.049" v="4977" actId="478"/>
          <ac:spMkLst>
            <pc:docMk/>
            <pc:sldMk cId="1964211628" sldId="264"/>
            <ac:spMk id="71" creationId="{7F7FC7F6-85B8-99F9-5A47-073D730B79BA}"/>
          </ac:spMkLst>
        </pc:spChg>
        <pc:spChg chg="mod">
          <ac:chgData name="DAVID CASTIBLANCO" userId="8a3a5922-b1f5-45e2-8091-3e9df8cf8f22" providerId="ADAL" clId="{0EFB1117-2783-494F-9CC6-A8DC59321477}" dt="2026-07-24T06:05:14.692" v="5024" actId="207"/>
          <ac:spMkLst>
            <pc:docMk/>
            <pc:sldMk cId="1964211628" sldId="264"/>
            <ac:spMk id="72" creationId="{C9971340-A404-51D5-7636-B1EA71873926}"/>
          </ac:spMkLst>
        </pc:spChg>
        <pc:spChg chg="mod">
          <ac:chgData name="DAVID CASTIBLANCO" userId="8a3a5922-b1f5-45e2-8091-3e9df8cf8f22" providerId="ADAL" clId="{0EFB1117-2783-494F-9CC6-A8DC59321477}" dt="2026-07-24T06:03:08.620" v="4986" actId="2711"/>
          <ac:spMkLst>
            <pc:docMk/>
            <pc:sldMk cId="1964211628" sldId="264"/>
            <ac:spMk id="74" creationId="{EB835A14-2B04-D02F-9789-8EA3F898E44D}"/>
          </ac:spMkLst>
        </pc:spChg>
        <pc:spChg chg="mod">
          <ac:chgData name="DAVID CASTIBLANCO" userId="8a3a5922-b1f5-45e2-8091-3e9df8cf8f22" providerId="ADAL" clId="{0EFB1117-2783-494F-9CC6-A8DC59321477}" dt="2026-07-24T06:58:11.487" v="5715" actId="14100"/>
          <ac:spMkLst>
            <pc:docMk/>
            <pc:sldMk cId="1964211628" sldId="264"/>
            <ac:spMk id="77" creationId="{A0C02A6A-AC9A-7864-2CEF-6BD09AD1E50E}"/>
          </ac:spMkLst>
        </pc:spChg>
        <pc:spChg chg="mod">
          <ac:chgData name="DAVID CASTIBLANCO" userId="8a3a5922-b1f5-45e2-8091-3e9df8cf8f22" providerId="ADAL" clId="{0EFB1117-2783-494F-9CC6-A8DC59321477}" dt="2026-07-24T06:05:49.345" v="5030" actId="207"/>
          <ac:spMkLst>
            <pc:docMk/>
            <pc:sldMk cId="1964211628" sldId="264"/>
            <ac:spMk id="80" creationId="{DC604569-E0D3-863F-B3B0-169297271676}"/>
          </ac:spMkLst>
        </pc:spChg>
        <pc:spChg chg="mod">
          <ac:chgData name="DAVID CASTIBLANCO" userId="8a3a5922-b1f5-45e2-8091-3e9df8cf8f22" providerId="ADAL" clId="{0EFB1117-2783-494F-9CC6-A8DC59321477}" dt="2026-07-24T06:58:14.478" v="5716" actId="14100"/>
          <ac:spMkLst>
            <pc:docMk/>
            <pc:sldMk cId="1964211628" sldId="264"/>
            <ac:spMk id="82" creationId="{4F685E2B-BC6B-468D-8B64-9F38E53DFB6A}"/>
          </ac:spMkLst>
        </pc:spChg>
        <pc:spChg chg="mod">
          <ac:chgData name="DAVID CASTIBLANCO" userId="8a3a5922-b1f5-45e2-8091-3e9df8cf8f22" providerId="ADAL" clId="{0EFB1117-2783-494F-9CC6-A8DC59321477}" dt="2026-07-24T06:06:13.508" v="5033" actId="207"/>
          <ac:spMkLst>
            <pc:docMk/>
            <pc:sldMk cId="1964211628" sldId="264"/>
            <ac:spMk id="85" creationId="{B5C59E74-4A3E-0686-1E4A-86D55AB2F848}"/>
          </ac:spMkLst>
        </pc:spChg>
        <pc:spChg chg="del">
          <ac:chgData name="DAVID CASTIBLANCO" userId="8a3a5922-b1f5-45e2-8091-3e9df8cf8f22" providerId="ADAL" clId="{0EFB1117-2783-494F-9CC6-A8DC59321477}" dt="2026-07-24T06:02:29.038" v="4982" actId="478"/>
          <ac:spMkLst>
            <pc:docMk/>
            <pc:sldMk cId="1964211628" sldId="264"/>
            <ac:spMk id="86" creationId="{DD7C9A42-A6ED-7BCB-5449-421B26DC66B3}"/>
          </ac:spMkLst>
        </pc:spChg>
        <pc:spChg chg="add mod ord">
          <ac:chgData name="DAVID CASTIBLANCO" userId="8a3a5922-b1f5-45e2-8091-3e9df8cf8f22" providerId="ADAL" clId="{0EFB1117-2783-494F-9CC6-A8DC59321477}" dt="2026-07-24T06:07:31.928" v="5053" actId="20577"/>
          <ac:spMkLst>
            <pc:docMk/>
            <pc:sldMk cId="1964211628" sldId="264"/>
            <ac:spMk id="87" creationId="{5CB14FF1-51C5-7A6A-E4A2-F8DA96F7B06A}"/>
          </ac:spMkLst>
        </pc:spChg>
        <pc:spChg chg="del">
          <ac:chgData name="DAVID CASTIBLANCO" userId="8a3a5922-b1f5-45e2-8091-3e9df8cf8f22" providerId="ADAL" clId="{0EFB1117-2783-494F-9CC6-A8DC59321477}" dt="2026-07-24T06:02:29.038" v="4982" actId="478"/>
          <ac:spMkLst>
            <pc:docMk/>
            <pc:sldMk cId="1964211628" sldId="264"/>
            <ac:spMk id="107" creationId="{AEE937E5-F544-00BF-D573-86EA63DA287A}"/>
          </ac:spMkLst>
        </pc:spChg>
        <pc:spChg chg="del">
          <ac:chgData name="DAVID CASTIBLANCO" userId="8a3a5922-b1f5-45e2-8091-3e9df8cf8f22" providerId="ADAL" clId="{0EFB1117-2783-494F-9CC6-A8DC59321477}" dt="2026-07-24T06:02:29.038" v="4982" actId="478"/>
          <ac:spMkLst>
            <pc:docMk/>
            <pc:sldMk cId="1964211628" sldId="264"/>
            <ac:spMk id="116" creationId="{C5722338-9642-CB90-160F-1DE68E2C1764}"/>
          </ac:spMkLst>
        </pc:spChg>
        <pc:spChg chg="del">
          <ac:chgData name="DAVID CASTIBLANCO" userId="8a3a5922-b1f5-45e2-8091-3e9df8cf8f22" providerId="ADAL" clId="{0EFB1117-2783-494F-9CC6-A8DC59321477}" dt="2026-07-24T06:02:31.981" v="4983" actId="478"/>
          <ac:spMkLst>
            <pc:docMk/>
            <pc:sldMk cId="1964211628" sldId="264"/>
            <ac:spMk id="120" creationId="{1B851748-833B-8D29-9921-38CDF6C67E0B}"/>
          </ac:spMkLst>
        </pc:spChg>
      </pc:sldChg>
      <pc:sldChg chg="addSp delSp modSp add mod">
        <pc:chgData name="DAVID CASTIBLANCO" userId="8a3a5922-b1f5-45e2-8091-3e9df8cf8f22" providerId="ADAL" clId="{0EFB1117-2783-494F-9CC6-A8DC59321477}" dt="2026-07-24T06:58:25.311" v="5717" actId="14100"/>
        <pc:sldMkLst>
          <pc:docMk/>
          <pc:sldMk cId="1838413043" sldId="265"/>
        </pc:sldMkLst>
        <pc:spChg chg="add del">
          <ac:chgData name="DAVID CASTIBLANCO" userId="8a3a5922-b1f5-45e2-8091-3e9df8cf8f22" providerId="ADAL" clId="{0EFB1117-2783-494F-9CC6-A8DC59321477}" dt="2026-07-24T06:12:44.330" v="5064" actId="22"/>
          <ac:spMkLst>
            <pc:docMk/>
            <pc:sldMk cId="1838413043" sldId="265"/>
            <ac:spMk id="3" creationId="{A3450ADF-C2EC-E18B-2EEB-96A2530FEA98}"/>
          </ac:spMkLst>
        </pc:spChg>
        <pc:spChg chg="del">
          <ac:chgData name="DAVID CASTIBLANCO" userId="8a3a5922-b1f5-45e2-8091-3e9df8cf8f22" providerId="ADAL" clId="{0EFB1117-2783-494F-9CC6-A8DC59321477}" dt="2026-07-24T06:08:33.488" v="5056" actId="478"/>
          <ac:spMkLst>
            <pc:docMk/>
            <pc:sldMk cId="1838413043" sldId="265"/>
            <ac:spMk id="4" creationId="{508E5D59-65B7-8635-36C7-40435ABFA9E8}"/>
          </ac:spMkLst>
        </pc:spChg>
        <pc:spChg chg="mod">
          <ac:chgData name="DAVID CASTIBLANCO" userId="8a3a5922-b1f5-45e2-8091-3e9df8cf8f22" providerId="ADAL" clId="{0EFB1117-2783-494F-9CC6-A8DC59321477}" dt="2026-07-24T06:08:44.725" v="5059"/>
          <ac:spMkLst>
            <pc:docMk/>
            <pc:sldMk cId="1838413043" sldId="265"/>
            <ac:spMk id="6" creationId="{B692981D-0142-FFB5-474B-23102BEACF18}"/>
          </ac:spMkLst>
        </pc:spChg>
        <pc:spChg chg="add del mod">
          <ac:chgData name="DAVID CASTIBLANCO" userId="8a3a5922-b1f5-45e2-8091-3e9df8cf8f22" providerId="ADAL" clId="{0EFB1117-2783-494F-9CC6-A8DC59321477}" dt="2026-07-24T06:16:53.062" v="5074" actId="478"/>
          <ac:spMkLst>
            <pc:docMk/>
            <pc:sldMk cId="1838413043" sldId="265"/>
            <ac:spMk id="8" creationId="{6EBBA05D-37CD-741E-0083-F6323286CDAF}"/>
          </ac:spMkLst>
        </pc:spChg>
        <pc:spChg chg="mod">
          <ac:chgData name="DAVID CASTIBLANCO" userId="8a3a5922-b1f5-45e2-8091-3e9df8cf8f22" providerId="ADAL" clId="{0EFB1117-2783-494F-9CC6-A8DC59321477}" dt="2026-07-24T06:31:54.455" v="5332" actId="1036"/>
          <ac:spMkLst>
            <pc:docMk/>
            <pc:sldMk cId="1838413043" sldId="265"/>
            <ac:spMk id="10" creationId="{B69E3797-D6A6-32C3-8998-3A9CFFE63BA5}"/>
          </ac:spMkLst>
        </pc:spChg>
        <pc:spChg chg="del">
          <ac:chgData name="DAVID CASTIBLANCO" userId="8a3a5922-b1f5-45e2-8091-3e9df8cf8f22" providerId="ADAL" clId="{0EFB1117-2783-494F-9CC6-A8DC59321477}" dt="2026-07-24T06:16:56.174" v="5075" actId="478"/>
          <ac:spMkLst>
            <pc:docMk/>
            <pc:sldMk cId="1838413043" sldId="265"/>
            <ac:spMk id="12" creationId="{7CD55F68-01CB-81AC-7CFB-BE2C9DF40776}"/>
          </ac:spMkLst>
        </pc:spChg>
        <pc:spChg chg="del">
          <ac:chgData name="DAVID CASTIBLANCO" userId="8a3a5922-b1f5-45e2-8091-3e9df8cf8f22" providerId="ADAL" clId="{0EFB1117-2783-494F-9CC6-A8DC59321477}" dt="2026-07-24T06:08:29.998" v="5055" actId="478"/>
          <ac:spMkLst>
            <pc:docMk/>
            <pc:sldMk cId="1838413043" sldId="265"/>
            <ac:spMk id="14" creationId="{E98D9697-8880-5181-C735-1851D1685666}"/>
          </ac:spMkLst>
        </pc:spChg>
        <pc:spChg chg="add del mod">
          <ac:chgData name="DAVID CASTIBLANCO" userId="8a3a5922-b1f5-45e2-8091-3e9df8cf8f22" providerId="ADAL" clId="{0EFB1117-2783-494F-9CC6-A8DC59321477}" dt="2026-07-24T06:16:56.174" v="5075" actId="478"/>
          <ac:spMkLst>
            <pc:docMk/>
            <pc:sldMk cId="1838413043" sldId="265"/>
            <ac:spMk id="15" creationId="{11145306-FE6A-CD97-1D0B-E83EB3DD4A9A}"/>
          </ac:spMkLst>
        </pc:spChg>
        <pc:spChg chg="del">
          <ac:chgData name="DAVID CASTIBLANCO" userId="8a3a5922-b1f5-45e2-8091-3e9df8cf8f22" providerId="ADAL" clId="{0EFB1117-2783-494F-9CC6-A8DC59321477}" dt="2026-07-24T06:08:29.998" v="5055" actId="478"/>
          <ac:spMkLst>
            <pc:docMk/>
            <pc:sldMk cId="1838413043" sldId="265"/>
            <ac:spMk id="17" creationId="{2FB66386-1588-AFD9-C78A-801B51BCAA38}"/>
          </ac:spMkLst>
        </pc:spChg>
        <pc:spChg chg="del">
          <ac:chgData name="DAVID CASTIBLANCO" userId="8a3a5922-b1f5-45e2-8091-3e9df8cf8f22" providerId="ADAL" clId="{0EFB1117-2783-494F-9CC6-A8DC59321477}" dt="2026-07-24T06:16:56.174" v="5075" actId="478"/>
          <ac:spMkLst>
            <pc:docMk/>
            <pc:sldMk cId="1838413043" sldId="265"/>
            <ac:spMk id="18" creationId="{8AB12C0E-5BE4-1D78-7925-8533912ED751}"/>
          </ac:spMkLst>
        </pc:spChg>
        <pc:spChg chg="del">
          <ac:chgData name="DAVID CASTIBLANCO" userId="8a3a5922-b1f5-45e2-8091-3e9df8cf8f22" providerId="ADAL" clId="{0EFB1117-2783-494F-9CC6-A8DC59321477}" dt="2026-07-24T06:08:33.488" v="5056" actId="478"/>
          <ac:spMkLst>
            <pc:docMk/>
            <pc:sldMk cId="1838413043" sldId="265"/>
            <ac:spMk id="20" creationId="{8B2455F2-5F8B-D8EC-8C3C-09EB16EC2ED6}"/>
          </ac:spMkLst>
        </pc:spChg>
        <pc:spChg chg="add del mod">
          <ac:chgData name="DAVID CASTIBLANCO" userId="8a3a5922-b1f5-45e2-8091-3e9df8cf8f22" providerId="ADAL" clId="{0EFB1117-2783-494F-9CC6-A8DC59321477}" dt="2026-07-24T06:16:56.174" v="5075" actId="478"/>
          <ac:spMkLst>
            <pc:docMk/>
            <pc:sldMk cId="1838413043" sldId="265"/>
            <ac:spMk id="21" creationId="{FE68AB30-42CC-CBC6-69E0-755583DA60D1}"/>
          </ac:spMkLst>
        </pc:spChg>
        <pc:spChg chg="add mod">
          <ac:chgData name="DAVID CASTIBLANCO" userId="8a3a5922-b1f5-45e2-8091-3e9df8cf8f22" providerId="ADAL" clId="{0EFB1117-2783-494F-9CC6-A8DC59321477}" dt="2026-07-24T06:14:56.641" v="5069" actId="1076"/>
          <ac:spMkLst>
            <pc:docMk/>
            <pc:sldMk cId="1838413043" sldId="265"/>
            <ac:spMk id="24" creationId="{9D9C625B-C9D1-8779-7816-984DB8032DB1}"/>
          </ac:spMkLst>
        </pc:spChg>
        <pc:spChg chg="del">
          <ac:chgData name="DAVID CASTIBLANCO" userId="8a3a5922-b1f5-45e2-8091-3e9df8cf8f22" providerId="ADAL" clId="{0EFB1117-2783-494F-9CC6-A8DC59321477}" dt="2026-07-24T06:08:29.998" v="5055" actId="478"/>
          <ac:spMkLst>
            <pc:docMk/>
            <pc:sldMk cId="1838413043" sldId="265"/>
            <ac:spMk id="26" creationId="{227A3972-D814-4E96-C646-BC4BD5170ED0}"/>
          </ac:spMkLst>
        </pc:spChg>
        <pc:spChg chg="add del mod">
          <ac:chgData name="DAVID CASTIBLANCO" userId="8a3a5922-b1f5-45e2-8091-3e9df8cf8f22" providerId="ADAL" clId="{0EFB1117-2783-494F-9CC6-A8DC59321477}" dt="2026-07-24T06:16:56.174" v="5075" actId="478"/>
          <ac:spMkLst>
            <pc:docMk/>
            <pc:sldMk cId="1838413043" sldId="265"/>
            <ac:spMk id="27" creationId="{7820BA42-A0C3-299A-4737-5AD4DE2D9B89}"/>
          </ac:spMkLst>
        </pc:spChg>
        <pc:spChg chg="del">
          <ac:chgData name="DAVID CASTIBLANCO" userId="8a3a5922-b1f5-45e2-8091-3e9df8cf8f22" providerId="ADAL" clId="{0EFB1117-2783-494F-9CC6-A8DC59321477}" dt="2026-07-24T06:08:29.998" v="5055" actId="478"/>
          <ac:spMkLst>
            <pc:docMk/>
            <pc:sldMk cId="1838413043" sldId="265"/>
            <ac:spMk id="28" creationId="{8B86F200-9ECC-EC0A-C8F3-5519628DE5C9}"/>
          </ac:spMkLst>
        </pc:spChg>
        <pc:spChg chg="add del mod">
          <ac:chgData name="DAVID CASTIBLANCO" userId="8a3a5922-b1f5-45e2-8091-3e9df8cf8f22" providerId="ADAL" clId="{0EFB1117-2783-494F-9CC6-A8DC59321477}" dt="2026-07-24T06:16:56.174" v="5075" actId="478"/>
          <ac:spMkLst>
            <pc:docMk/>
            <pc:sldMk cId="1838413043" sldId="265"/>
            <ac:spMk id="30" creationId="{C33A3037-BA1D-EB71-1FF2-09A0C953CB34}"/>
          </ac:spMkLst>
        </pc:spChg>
        <pc:spChg chg="del">
          <ac:chgData name="DAVID CASTIBLANCO" userId="8a3a5922-b1f5-45e2-8091-3e9df8cf8f22" providerId="ADAL" clId="{0EFB1117-2783-494F-9CC6-A8DC59321477}" dt="2026-07-24T06:08:33.488" v="5056" actId="478"/>
          <ac:spMkLst>
            <pc:docMk/>
            <pc:sldMk cId="1838413043" sldId="265"/>
            <ac:spMk id="31" creationId="{B47A2A5F-9709-38F1-3009-626E0982EB4F}"/>
          </ac:spMkLst>
        </pc:spChg>
        <pc:spChg chg="add del mod">
          <ac:chgData name="DAVID CASTIBLANCO" userId="8a3a5922-b1f5-45e2-8091-3e9df8cf8f22" providerId="ADAL" clId="{0EFB1117-2783-494F-9CC6-A8DC59321477}" dt="2026-07-24T06:16:56.174" v="5075" actId="478"/>
          <ac:spMkLst>
            <pc:docMk/>
            <pc:sldMk cId="1838413043" sldId="265"/>
            <ac:spMk id="33" creationId="{133C073A-43A9-A43E-2FD1-0487800C6D65}"/>
          </ac:spMkLst>
        </pc:spChg>
        <pc:spChg chg="add del mod">
          <ac:chgData name="DAVID CASTIBLANCO" userId="8a3a5922-b1f5-45e2-8091-3e9df8cf8f22" providerId="ADAL" clId="{0EFB1117-2783-494F-9CC6-A8DC59321477}" dt="2026-07-24T06:16:56.174" v="5075" actId="478"/>
          <ac:spMkLst>
            <pc:docMk/>
            <pc:sldMk cId="1838413043" sldId="265"/>
            <ac:spMk id="36" creationId="{3184B325-3A6D-DAC6-FE28-4CC9C5D215F6}"/>
          </ac:spMkLst>
        </pc:spChg>
        <pc:spChg chg="del mod">
          <ac:chgData name="DAVID CASTIBLANCO" userId="8a3a5922-b1f5-45e2-8091-3e9df8cf8f22" providerId="ADAL" clId="{0EFB1117-2783-494F-9CC6-A8DC59321477}" dt="2026-07-24T06:16:56.174" v="5075" actId="478"/>
          <ac:spMkLst>
            <pc:docMk/>
            <pc:sldMk cId="1838413043" sldId="265"/>
            <ac:spMk id="39" creationId="{6D02AAB1-9BA2-9D15-7A8D-2A4FC04B53C3}"/>
          </ac:spMkLst>
        </pc:spChg>
        <pc:spChg chg="del">
          <ac:chgData name="DAVID CASTIBLANCO" userId="8a3a5922-b1f5-45e2-8091-3e9df8cf8f22" providerId="ADAL" clId="{0EFB1117-2783-494F-9CC6-A8DC59321477}" dt="2026-07-24T06:08:29.998" v="5055" actId="478"/>
          <ac:spMkLst>
            <pc:docMk/>
            <pc:sldMk cId="1838413043" sldId="265"/>
            <ac:spMk id="40" creationId="{329BA94D-8E60-6BA6-F796-AA9C13E665E6}"/>
          </ac:spMkLst>
        </pc:spChg>
        <pc:spChg chg="add del mod">
          <ac:chgData name="DAVID CASTIBLANCO" userId="8a3a5922-b1f5-45e2-8091-3e9df8cf8f22" providerId="ADAL" clId="{0EFB1117-2783-494F-9CC6-A8DC59321477}" dt="2026-07-24T06:16:56.174" v="5075" actId="478"/>
          <ac:spMkLst>
            <pc:docMk/>
            <pc:sldMk cId="1838413043" sldId="265"/>
            <ac:spMk id="42" creationId="{EBA8910B-5C03-06F5-7D9A-D595309868C6}"/>
          </ac:spMkLst>
        </pc:spChg>
        <pc:spChg chg="del">
          <ac:chgData name="DAVID CASTIBLANCO" userId="8a3a5922-b1f5-45e2-8091-3e9df8cf8f22" providerId="ADAL" clId="{0EFB1117-2783-494F-9CC6-A8DC59321477}" dt="2026-07-24T06:08:33.488" v="5056" actId="478"/>
          <ac:spMkLst>
            <pc:docMk/>
            <pc:sldMk cId="1838413043" sldId="265"/>
            <ac:spMk id="43" creationId="{87A7DCF9-013F-239C-417F-33CE7AC53036}"/>
          </ac:spMkLst>
        </pc:spChg>
        <pc:spChg chg="add mod">
          <ac:chgData name="DAVID CASTIBLANCO" userId="8a3a5922-b1f5-45e2-8091-3e9df8cf8f22" providerId="ADAL" clId="{0EFB1117-2783-494F-9CC6-A8DC59321477}" dt="2026-07-24T06:14:56.641" v="5069" actId="1076"/>
          <ac:spMkLst>
            <pc:docMk/>
            <pc:sldMk cId="1838413043" sldId="265"/>
            <ac:spMk id="45" creationId="{C621DE8C-57A8-D595-3D9B-6A9D7188A639}"/>
          </ac:spMkLst>
        </pc:spChg>
        <pc:spChg chg="add mod">
          <ac:chgData name="DAVID CASTIBLANCO" userId="8a3a5922-b1f5-45e2-8091-3e9df8cf8f22" providerId="ADAL" clId="{0EFB1117-2783-494F-9CC6-A8DC59321477}" dt="2026-07-24T06:27:35.670" v="5255" actId="692"/>
          <ac:spMkLst>
            <pc:docMk/>
            <pc:sldMk cId="1838413043" sldId="265"/>
            <ac:spMk id="48" creationId="{5337FC90-B631-7D1F-E80B-CDBD2F7BF5C9}"/>
          </ac:spMkLst>
        </pc:spChg>
        <pc:spChg chg="add mod">
          <ac:chgData name="DAVID CASTIBLANCO" userId="8a3a5922-b1f5-45e2-8091-3e9df8cf8f22" providerId="ADAL" clId="{0EFB1117-2783-494F-9CC6-A8DC59321477}" dt="2026-07-24T06:20:55.030" v="5134" actId="2711"/>
          <ac:spMkLst>
            <pc:docMk/>
            <pc:sldMk cId="1838413043" sldId="265"/>
            <ac:spMk id="51" creationId="{1756A696-A6D7-3EEA-424E-537DB3CB7BAC}"/>
          </ac:spMkLst>
        </pc:spChg>
        <pc:spChg chg="add mod">
          <ac:chgData name="DAVID CASTIBLANCO" userId="8a3a5922-b1f5-45e2-8091-3e9df8cf8f22" providerId="ADAL" clId="{0EFB1117-2783-494F-9CC6-A8DC59321477}" dt="2026-07-24T06:26:49.465" v="5237" actId="1076"/>
          <ac:spMkLst>
            <pc:docMk/>
            <pc:sldMk cId="1838413043" sldId="265"/>
            <ac:spMk id="54" creationId="{EBAE494D-2947-AD3E-73A0-8A98F2DFE5A9}"/>
          </ac:spMkLst>
        </pc:spChg>
        <pc:spChg chg="del">
          <ac:chgData name="DAVID CASTIBLANCO" userId="8a3a5922-b1f5-45e2-8091-3e9df8cf8f22" providerId="ADAL" clId="{0EFB1117-2783-494F-9CC6-A8DC59321477}" dt="2026-07-24T06:08:33.488" v="5056" actId="478"/>
          <ac:spMkLst>
            <pc:docMk/>
            <pc:sldMk cId="1838413043" sldId="265"/>
            <ac:spMk id="55" creationId="{8F84E5CA-4E89-C223-A370-C9EE7B4B94F5}"/>
          </ac:spMkLst>
        </pc:spChg>
        <pc:spChg chg="add mod">
          <ac:chgData name="DAVID CASTIBLANCO" userId="8a3a5922-b1f5-45e2-8091-3e9df8cf8f22" providerId="ADAL" clId="{0EFB1117-2783-494F-9CC6-A8DC59321477}" dt="2026-07-24T06:26:49.465" v="5237" actId="1076"/>
          <ac:spMkLst>
            <pc:docMk/>
            <pc:sldMk cId="1838413043" sldId="265"/>
            <ac:spMk id="57" creationId="{2503856F-D7C9-846C-5CF3-73A4722FC830}"/>
          </ac:spMkLst>
        </pc:spChg>
        <pc:spChg chg="add mod">
          <ac:chgData name="DAVID CASTIBLANCO" userId="8a3a5922-b1f5-45e2-8091-3e9df8cf8f22" providerId="ADAL" clId="{0EFB1117-2783-494F-9CC6-A8DC59321477}" dt="2026-07-24T06:26:49.465" v="5237" actId="1076"/>
          <ac:spMkLst>
            <pc:docMk/>
            <pc:sldMk cId="1838413043" sldId="265"/>
            <ac:spMk id="60" creationId="{E5009C7C-0036-F196-375F-35D35E1C3E7B}"/>
          </ac:spMkLst>
        </pc:spChg>
        <pc:spChg chg="del">
          <ac:chgData name="DAVID CASTIBLANCO" userId="8a3a5922-b1f5-45e2-8091-3e9df8cf8f22" providerId="ADAL" clId="{0EFB1117-2783-494F-9CC6-A8DC59321477}" dt="2026-07-24T06:08:29.998" v="5055" actId="478"/>
          <ac:spMkLst>
            <pc:docMk/>
            <pc:sldMk cId="1838413043" sldId="265"/>
            <ac:spMk id="61" creationId="{B21C518E-6F12-6C4B-4AE2-F00CC9F6DBE0}"/>
          </ac:spMkLst>
        </pc:spChg>
        <pc:spChg chg="add mod">
          <ac:chgData name="DAVID CASTIBLANCO" userId="8a3a5922-b1f5-45e2-8091-3e9df8cf8f22" providerId="ADAL" clId="{0EFB1117-2783-494F-9CC6-A8DC59321477}" dt="2026-07-24T06:26:49.465" v="5237" actId="1076"/>
          <ac:spMkLst>
            <pc:docMk/>
            <pc:sldMk cId="1838413043" sldId="265"/>
            <ac:spMk id="64" creationId="{7C714214-9E2E-F7EE-07C2-D444973D3EB8}"/>
          </ac:spMkLst>
        </pc:spChg>
        <pc:spChg chg="del">
          <ac:chgData name="DAVID CASTIBLANCO" userId="8a3a5922-b1f5-45e2-8091-3e9df8cf8f22" providerId="ADAL" clId="{0EFB1117-2783-494F-9CC6-A8DC59321477}" dt="2026-07-24T06:08:33.488" v="5056" actId="478"/>
          <ac:spMkLst>
            <pc:docMk/>
            <pc:sldMk cId="1838413043" sldId="265"/>
            <ac:spMk id="66" creationId="{3E65ECF7-3ED9-3A41-9CC5-0AA1FD1B6EDA}"/>
          </ac:spMkLst>
        </pc:spChg>
        <pc:spChg chg="add mod">
          <ac:chgData name="DAVID CASTIBLANCO" userId="8a3a5922-b1f5-45e2-8091-3e9df8cf8f22" providerId="ADAL" clId="{0EFB1117-2783-494F-9CC6-A8DC59321477}" dt="2026-07-24T06:26:49.465" v="5237" actId="1076"/>
          <ac:spMkLst>
            <pc:docMk/>
            <pc:sldMk cId="1838413043" sldId="265"/>
            <ac:spMk id="67" creationId="{DC9CD3BB-53EC-5DCC-61EB-B6F0D3A831B1}"/>
          </ac:spMkLst>
        </pc:spChg>
        <pc:spChg chg="del">
          <ac:chgData name="DAVID CASTIBLANCO" userId="8a3a5922-b1f5-45e2-8091-3e9df8cf8f22" providerId="ADAL" clId="{0EFB1117-2783-494F-9CC6-A8DC59321477}" dt="2026-07-24T06:08:29.998" v="5055" actId="478"/>
          <ac:spMkLst>
            <pc:docMk/>
            <pc:sldMk cId="1838413043" sldId="265"/>
            <ac:spMk id="69" creationId="{186D3959-0AE1-64A8-2D88-CC48BFA1249B}"/>
          </ac:spMkLst>
        </pc:spChg>
        <pc:spChg chg="add mod">
          <ac:chgData name="DAVID CASTIBLANCO" userId="8a3a5922-b1f5-45e2-8091-3e9df8cf8f22" providerId="ADAL" clId="{0EFB1117-2783-494F-9CC6-A8DC59321477}" dt="2026-07-24T06:26:49.465" v="5237" actId="1076"/>
          <ac:spMkLst>
            <pc:docMk/>
            <pc:sldMk cId="1838413043" sldId="265"/>
            <ac:spMk id="70" creationId="{628718D9-38CE-2EF2-B40D-53C1FBF01EF0}"/>
          </ac:spMkLst>
        </pc:spChg>
        <pc:spChg chg="del">
          <ac:chgData name="DAVID CASTIBLANCO" userId="8a3a5922-b1f5-45e2-8091-3e9df8cf8f22" providerId="ADAL" clId="{0EFB1117-2783-494F-9CC6-A8DC59321477}" dt="2026-07-24T06:08:29.998" v="5055" actId="478"/>
          <ac:spMkLst>
            <pc:docMk/>
            <pc:sldMk cId="1838413043" sldId="265"/>
            <ac:spMk id="72" creationId="{847ACF20-E747-7DF2-15E6-585800C99B1A}"/>
          </ac:spMkLst>
        </pc:spChg>
        <pc:spChg chg="mod">
          <ac:chgData name="DAVID CASTIBLANCO" userId="8a3a5922-b1f5-45e2-8091-3e9df8cf8f22" providerId="ADAL" clId="{0EFB1117-2783-494F-9CC6-A8DC59321477}" dt="2026-07-24T06:23:19.384" v="5177" actId="255"/>
          <ac:spMkLst>
            <pc:docMk/>
            <pc:sldMk cId="1838413043" sldId="265"/>
            <ac:spMk id="73" creationId="{57122A2B-1641-BBFC-F5B8-30774F8DB10B}"/>
          </ac:spMkLst>
        </pc:spChg>
        <pc:spChg chg="del">
          <ac:chgData name="DAVID CASTIBLANCO" userId="8a3a5922-b1f5-45e2-8091-3e9df8cf8f22" providerId="ADAL" clId="{0EFB1117-2783-494F-9CC6-A8DC59321477}" dt="2026-07-24T06:08:29.998" v="5055" actId="478"/>
          <ac:spMkLst>
            <pc:docMk/>
            <pc:sldMk cId="1838413043" sldId="265"/>
            <ac:spMk id="74" creationId="{39453D20-5601-7267-AA7B-A0975E36474D}"/>
          </ac:spMkLst>
        </pc:spChg>
        <pc:spChg chg="add mod">
          <ac:chgData name="DAVID CASTIBLANCO" userId="8a3a5922-b1f5-45e2-8091-3e9df8cf8f22" providerId="ADAL" clId="{0EFB1117-2783-494F-9CC6-A8DC59321477}" dt="2026-07-24T06:26:49.465" v="5237" actId="1076"/>
          <ac:spMkLst>
            <pc:docMk/>
            <pc:sldMk cId="1838413043" sldId="265"/>
            <ac:spMk id="76" creationId="{FD33A5E6-0AA3-EB4A-9795-6C3F8279B965}"/>
          </ac:spMkLst>
        </pc:spChg>
        <pc:spChg chg="del">
          <ac:chgData name="DAVID CASTIBLANCO" userId="8a3a5922-b1f5-45e2-8091-3e9df8cf8f22" providerId="ADAL" clId="{0EFB1117-2783-494F-9CC6-A8DC59321477}" dt="2026-07-24T06:08:33.488" v="5056" actId="478"/>
          <ac:spMkLst>
            <pc:docMk/>
            <pc:sldMk cId="1838413043" sldId="265"/>
            <ac:spMk id="77" creationId="{38DB8BDF-67B2-F27B-BE6D-A19739C2050E}"/>
          </ac:spMkLst>
        </pc:spChg>
        <pc:spChg chg="mod">
          <ac:chgData name="DAVID CASTIBLANCO" userId="8a3a5922-b1f5-45e2-8091-3e9df8cf8f22" providerId="ADAL" clId="{0EFB1117-2783-494F-9CC6-A8DC59321477}" dt="2026-07-24T06:58:25.311" v="5717" actId="14100"/>
          <ac:spMkLst>
            <pc:docMk/>
            <pc:sldMk cId="1838413043" sldId="265"/>
            <ac:spMk id="79" creationId="{8C1A71A6-9048-0C84-E8B1-84FFF0CAD12F}"/>
          </ac:spMkLst>
        </pc:spChg>
        <pc:spChg chg="mod">
          <ac:chgData name="DAVID CASTIBLANCO" userId="8a3a5922-b1f5-45e2-8091-3e9df8cf8f22" providerId="ADAL" clId="{0EFB1117-2783-494F-9CC6-A8DC59321477}" dt="2026-07-24T06:31:48.001" v="5331" actId="1038"/>
          <ac:spMkLst>
            <pc:docMk/>
            <pc:sldMk cId="1838413043" sldId="265"/>
            <ac:spMk id="83" creationId="{F1F37659-9358-8B7B-A375-88095C1D1397}"/>
          </ac:spMkLst>
        </pc:spChg>
        <pc:spChg chg="del">
          <ac:chgData name="DAVID CASTIBLANCO" userId="8a3a5922-b1f5-45e2-8091-3e9df8cf8f22" providerId="ADAL" clId="{0EFB1117-2783-494F-9CC6-A8DC59321477}" dt="2026-07-24T06:08:29.998" v="5055" actId="478"/>
          <ac:spMkLst>
            <pc:docMk/>
            <pc:sldMk cId="1838413043" sldId="265"/>
            <ac:spMk id="85" creationId="{C1C2C702-D57E-5361-0208-DFCBB9E27908}"/>
          </ac:spMkLst>
        </pc:spChg>
        <pc:spChg chg="add mod">
          <ac:chgData name="DAVID CASTIBLANCO" userId="8a3a5922-b1f5-45e2-8091-3e9df8cf8f22" providerId="ADAL" clId="{0EFB1117-2783-494F-9CC6-A8DC59321477}" dt="2026-07-24T06:31:48.001" v="5331" actId="1038"/>
          <ac:spMkLst>
            <pc:docMk/>
            <pc:sldMk cId="1838413043" sldId="265"/>
            <ac:spMk id="86" creationId="{14A0CD7A-C4FB-FFF3-3A2D-E487FA7AF92D}"/>
          </ac:spMkLst>
        </pc:spChg>
        <pc:spChg chg="add del mod">
          <ac:chgData name="DAVID CASTIBLANCO" userId="8a3a5922-b1f5-45e2-8091-3e9df8cf8f22" providerId="ADAL" clId="{0EFB1117-2783-494F-9CC6-A8DC59321477}" dt="2026-07-24T06:20:23.145" v="5132" actId="478"/>
          <ac:spMkLst>
            <pc:docMk/>
            <pc:sldMk cId="1838413043" sldId="265"/>
            <ac:spMk id="88" creationId="{D01A1A34-D208-F93C-964B-EFA456D58855}"/>
          </ac:spMkLst>
        </pc:spChg>
        <pc:spChg chg="add mod">
          <ac:chgData name="DAVID CASTIBLANCO" userId="8a3a5922-b1f5-45e2-8091-3e9df8cf8f22" providerId="ADAL" clId="{0EFB1117-2783-494F-9CC6-A8DC59321477}" dt="2026-07-24T06:23:49.569" v="5192" actId="1076"/>
          <ac:spMkLst>
            <pc:docMk/>
            <pc:sldMk cId="1838413043" sldId="265"/>
            <ac:spMk id="90" creationId="{24D8C85E-D1CB-5FE3-61A3-BB1165FE045C}"/>
          </ac:spMkLst>
        </pc:spChg>
        <pc:spChg chg="add mod">
          <ac:chgData name="DAVID CASTIBLANCO" userId="8a3a5922-b1f5-45e2-8091-3e9df8cf8f22" providerId="ADAL" clId="{0EFB1117-2783-494F-9CC6-A8DC59321477}" dt="2026-07-24T06:23:41.796" v="5191" actId="1076"/>
          <ac:spMkLst>
            <pc:docMk/>
            <pc:sldMk cId="1838413043" sldId="265"/>
            <ac:spMk id="92" creationId="{810FDD80-9105-B103-F85A-BEA33C128099}"/>
          </ac:spMkLst>
        </pc:spChg>
        <pc:spChg chg="add mod">
          <ac:chgData name="DAVID CASTIBLANCO" userId="8a3a5922-b1f5-45e2-8091-3e9df8cf8f22" providerId="ADAL" clId="{0EFB1117-2783-494F-9CC6-A8DC59321477}" dt="2026-07-24T06:27:25.251" v="5252" actId="1076"/>
          <ac:spMkLst>
            <pc:docMk/>
            <pc:sldMk cId="1838413043" sldId="265"/>
            <ac:spMk id="96" creationId="{7CE3F9C5-9BF9-C37B-767D-2A63AE6F8ACB}"/>
          </ac:spMkLst>
        </pc:spChg>
        <pc:grpChg chg="add mod">
          <ac:chgData name="DAVID CASTIBLANCO" userId="8a3a5922-b1f5-45e2-8091-3e9df8cf8f22" providerId="ADAL" clId="{0EFB1117-2783-494F-9CC6-A8DC59321477}" dt="2026-07-24T06:23:30.148" v="5178" actId="1076"/>
          <ac:grpSpMkLst>
            <pc:docMk/>
            <pc:sldMk cId="1838413043" sldId="265"/>
            <ac:grpSpMk id="95" creationId="{E1A0E1FA-C0B8-CE33-7812-E02133A87B24}"/>
          </ac:grpSpMkLst>
        </pc:grpChg>
        <pc:picChg chg="add mod">
          <ac:chgData name="DAVID CASTIBLANCO" userId="8a3a5922-b1f5-45e2-8091-3e9df8cf8f22" providerId="ADAL" clId="{0EFB1117-2783-494F-9CC6-A8DC59321477}" dt="2026-07-24T06:31:48.001" v="5331" actId="1038"/>
          <ac:picMkLst>
            <pc:docMk/>
            <pc:sldMk cId="1838413043" sldId="265"/>
            <ac:picMk id="100" creationId="{5BA13B70-A5CB-F154-B60F-0902FE4284A8}"/>
          </ac:picMkLst>
        </pc:picChg>
        <pc:cxnChg chg="add mod">
          <ac:chgData name="DAVID CASTIBLANCO" userId="8a3a5922-b1f5-45e2-8091-3e9df8cf8f22" providerId="ADAL" clId="{0EFB1117-2783-494F-9CC6-A8DC59321477}" dt="2026-07-24T06:23:34.911" v="5190" actId="1037"/>
          <ac:cxnSpMkLst>
            <pc:docMk/>
            <pc:sldMk cId="1838413043" sldId="265"/>
            <ac:cxnSpMk id="94" creationId="{CEA7F40C-2D90-73BB-6326-2FC07C2E9106}"/>
          </ac:cxnSpMkLst>
        </pc:cxnChg>
        <pc:cxnChg chg="add mod">
          <ac:chgData name="DAVID CASTIBLANCO" userId="8a3a5922-b1f5-45e2-8091-3e9df8cf8f22" providerId="ADAL" clId="{0EFB1117-2783-494F-9CC6-A8DC59321477}" dt="2026-07-24T06:27:25.251" v="5252" actId="1076"/>
          <ac:cxnSpMkLst>
            <pc:docMk/>
            <pc:sldMk cId="1838413043" sldId="265"/>
            <ac:cxnSpMk id="97" creationId="{17D87533-FC80-8A4E-006A-CAD863EACBEC}"/>
          </ac:cxnSpMkLst>
        </pc:cxnChg>
        <pc:cxnChg chg="add mod">
          <ac:chgData name="DAVID CASTIBLANCO" userId="8a3a5922-b1f5-45e2-8091-3e9df8cf8f22" providerId="ADAL" clId="{0EFB1117-2783-494F-9CC6-A8DC59321477}" dt="2026-07-24T06:27:25.251" v="5252" actId="1076"/>
          <ac:cxnSpMkLst>
            <pc:docMk/>
            <pc:sldMk cId="1838413043" sldId="265"/>
            <ac:cxnSpMk id="98" creationId="{B839CE5A-C059-7918-D11B-76137BDE1A41}"/>
          </ac:cxnSpMkLst>
        </pc:cxnChg>
      </pc:sldChg>
      <pc:sldChg chg="addSp delSp modSp add mod">
        <pc:chgData name="DAVID CASTIBLANCO" userId="8a3a5922-b1f5-45e2-8091-3e9df8cf8f22" providerId="ADAL" clId="{0EFB1117-2783-494F-9CC6-A8DC59321477}" dt="2026-07-24T06:49:22.186" v="5593" actId="1038"/>
        <pc:sldMkLst>
          <pc:docMk/>
          <pc:sldMk cId="3453187252" sldId="266"/>
        </pc:sldMkLst>
        <pc:spChg chg="add mod">
          <ac:chgData name="DAVID CASTIBLANCO" userId="8a3a5922-b1f5-45e2-8091-3e9df8cf8f22" providerId="ADAL" clId="{0EFB1117-2783-494F-9CC6-A8DC59321477}" dt="2026-07-24T06:46:43.430" v="5559" actId="14100"/>
          <ac:spMkLst>
            <pc:docMk/>
            <pc:sldMk cId="3453187252" sldId="266"/>
            <ac:spMk id="3" creationId="{C15CF8E7-87CE-1A5A-8A9A-7B820C44C0DA}"/>
          </ac:spMkLst>
        </pc:spChg>
        <pc:spChg chg="mod">
          <ac:chgData name="DAVID CASTIBLANCO" userId="8a3a5922-b1f5-45e2-8091-3e9df8cf8f22" providerId="ADAL" clId="{0EFB1117-2783-494F-9CC6-A8DC59321477}" dt="2026-07-24T06:33:40.933" v="5337"/>
          <ac:spMkLst>
            <pc:docMk/>
            <pc:sldMk cId="3453187252" sldId="266"/>
            <ac:spMk id="6" creationId="{7B4E4DEB-91B6-66C4-4345-5133B209A883}"/>
          </ac:spMkLst>
        </pc:spChg>
        <pc:spChg chg="mod">
          <ac:chgData name="DAVID CASTIBLANCO" userId="8a3a5922-b1f5-45e2-8091-3e9df8cf8f22" providerId="ADAL" clId="{0EFB1117-2783-494F-9CC6-A8DC59321477}" dt="2026-07-24T06:42:44.564" v="5464" actId="1035"/>
          <ac:spMkLst>
            <pc:docMk/>
            <pc:sldMk cId="3453187252" sldId="266"/>
            <ac:spMk id="7" creationId="{E720788D-2658-99C7-ADC5-428431010D14}"/>
          </ac:spMkLst>
        </pc:spChg>
        <pc:spChg chg="mod">
          <ac:chgData name="DAVID CASTIBLANCO" userId="8a3a5922-b1f5-45e2-8091-3e9df8cf8f22" providerId="ADAL" clId="{0EFB1117-2783-494F-9CC6-A8DC59321477}" dt="2026-07-24T06:42:44.564" v="5464" actId="1035"/>
          <ac:spMkLst>
            <pc:docMk/>
            <pc:sldMk cId="3453187252" sldId="266"/>
            <ac:spMk id="9" creationId="{424D57B3-77E0-3D14-A8A4-25A0EFFBDFBB}"/>
          </ac:spMkLst>
        </pc:spChg>
        <pc:spChg chg="mod">
          <ac:chgData name="DAVID CASTIBLANCO" userId="8a3a5922-b1f5-45e2-8091-3e9df8cf8f22" providerId="ADAL" clId="{0EFB1117-2783-494F-9CC6-A8DC59321477}" dt="2026-07-24T06:34:10.145" v="5340"/>
          <ac:spMkLst>
            <pc:docMk/>
            <pc:sldMk cId="3453187252" sldId="266"/>
            <ac:spMk id="10" creationId="{B1DECEAA-D3A6-55ED-CEF1-D1A02F1D3463}"/>
          </ac:spMkLst>
        </pc:spChg>
        <pc:spChg chg="mod">
          <ac:chgData name="DAVID CASTIBLANCO" userId="8a3a5922-b1f5-45e2-8091-3e9df8cf8f22" providerId="ADAL" clId="{0EFB1117-2783-494F-9CC6-A8DC59321477}" dt="2026-07-24T06:42:44.564" v="5464" actId="1035"/>
          <ac:spMkLst>
            <pc:docMk/>
            <pc:sldMk cId="3453187252" sldId="266"/>
            <ac:spMk id="12" creationId="{0B11F065-1C7D-8F7F-27D4-69B366D26B17}"/>
          </ac:spMkLst>
        </pc:spChg>
        <pc:spChg chg="mod">
          <ac:chgData name="DAVID CASTIBLANCO" userId="8a3a5922-b1f5-45e2-8091-3e9df8cf8f22" providerId="ADAL" clId="{0EFB1117-2783-494F-9CC6-A8DC59321477}" dt="2026-07-24T06:38:47.248" v="5412" actId="1076"/>
          <ac:spMkLst>
            <pc:docMk/>
            <pc:sldMk cId="3453187252" sldId="266"/>
            <ac:spMk id="14" creationId="{989A693C-D40A-D189-738D-E15C232C40D4}"/>
          </ac:spMkLst>
        </pc:spChg>
        <pc:spChg chg="mod">
          <ac:chgData name="DAVID CASTIBLANCO" userId="8a3a5922-b1f5-45e2-8091-3e9df8cf8f22" providerId="ADAL" clId="{0EFB1117-2783-494F-9CC6-A8DC59321477}" dt="2026-07-24T06:46:47.855" v="5560" actId="14100"/>
          <ac:spMkLst>
            <pc:docMk/>
            <pc:sldMk cId="3453187252" sldId="266"/>
            <ac:spMk id="16" creationId="{FB267E53-27B2-2D4D-D770-ABD5C5FFF4B1}"/>
          </ac:spMkLst>
        </pc:spChg>
        <pc:spChg chg="add mod">
          <ac:chgData name="DAVID CASTIBLANCO" userId="8a3a5922-b1f5-45e2-8091-3e9df8cf8f22" providerId="ADAL" clId="{0EFB1117-2783-494F-9CC6-A8DC59321477}" dt="2026-07-24T06:42:44.564" v="5464" actId="1035"/>
          <ac:spMkLst>
            <pc:docMk/>
            <pc:sldMk cId="3453187252" sldId="266"/>
            <ac:spMk id="18" creationId="{FF1F2C5F-399B-43C0-8C96-92F6F8EF9C3D}"/>
          </ac:spMkLst>
        </pc:spChg>
        <pc:spChg chg="add mod">
          <ac:chgData name="DAVID CASTIBLANCO" userId="8a3a5922-b1f5-45e2-8091-3e9df8cf8f22" providerId="ADAL" clId="{0EFB1117-2783-494F-9CC6-A8DC59321477}" dt="2026-07-24T06:42:44.564" v="5464" actId="1035"/>
          <ac:spMkLst>
            <pc:docMk/>
            <pc:sldMk cId="3453187252" sldId="266"/>
            <ac:spMk id="20" creationId="{AC86353D-1195-71C7-EFA5-AF3033801E83}"/>
          </ac:spMkLst>
        </pc:spChg>
        <pc:spChg chg="add mod">
          <ac:chgData name="DAVID CASTIBLANCO" userId="8a3a5922-b1f5-45e2-8091-3e9df8cf8f22" providerId="ADAL" clId="{0EFB1117-2783-494F-9CC6-A8DC59321477}" dt="2026-07-24T06:42:44.564" v="5464" actId="1035"/>
          <ac:spMkLst>
            <pc:docMk/>
            <pc:sldMk cId="3453187252" sldId="266"/>
            <ac:spMk id="22" creationId="{2C03C98D-471B-A246-58A9-21AE3E2EBE9E}"/>
          </ac:spMkLst>
        </pc:spChg>
        <pc:spChg chg="mod">
          <ac:chgData name="DAVID CASTIBLANCO" userId="8a3a5922-b1f5-45e2-8091-3e9df8cf8f22" providerId="ADAL" clId="{0EFB1117-2783-494F-9CC6-A8DC59321477}" dt="2026-07-24T06:40:16.084" v="5433" actId="207"/>
          <ac:spMkLst>
            <pc:docMk/>
            <pc:sldMk cId="3453187252" sldId="266"/>
            <ac:spMk id="24" creationId="{029BC411-76E2-CE42-F5D1-8B1F32D09595}"/>
          </ac:spMkLst>
        </pc:spChg>
        <pc:spChg chg="mod">
          <ac:chgData name="DAVID CASTIBLANCO" userId="8a3a5922-b1f5-45e2-8091-3e9df8cf8f22" providerId="ADAL" clId="{0EFB1117-2783-494F-9CC6-A8DC59321477}" dt="2026-07-24T06:48:13.064" v="5570" actId="692"/>
          <ac:spMkLst>
            <pc:docMk/>
            <pc:sldMk cId="3453187252" sldId="266"/>
            <ac:spMk id="26" creationId="{4C695522-58DA-C189-8BC5-118547D925F4}"/>
          </ac:spMkLst>
        </pc:spChg>
        <pc:spChg chg="mod">
          <ac:chgData name="DAVID CASTIBLANCO" userId="8a3a5922-b1f5-45e2-8091-3e9df8cf8f22" providerId="ADAL" clId="{0EFB1117-2783-494F-9CC6-A8DC59321477}" dt="2026-07-24T06:42:44.564" v="5464" actId="1035"/>
          <ac:spMkLst>
            <pc:docMk/>
            <pc:sldMk cId="3453187252" sldId="266"/>
            <ac:spMk id="28" creationId="{562734C9-A3C4-2A9A-CD94-5931297DF86F}"/>
          </ac:spMkLst>
        </pc:spChg>
        <pc:spChg chg="mod">
          <ac:chgData name="DAVID CASTIBLANCO" userId="8a3a5922-b1f5-45e2-8091-3e9df8cf8f22" providerId="ADAL" clId="{0EFB1117-2783-494F-9CC6-A8DC59321477}" dt="2026-07-24T06:36:30.470" v="5387" actId="403"/>
          <ac:spMkLst>
            <pc:docMk/>
            <pc:sldMk cId="3453187252" sldId="266"/>
            <ac:spMk id="30" creationId="{675A3A06-01DF-F258-C773-41BA1D3F354F}"/>
          </ac:spMkLst>
        </pc:spChg>
        <pc:spChg chg="mod">
          <ac:chgData name="DAVID CASTIBLANCO" userId="8a3a5922-b1f5-45e2-8091-3e9df8cf8f22" providerId="ADAL" clId="{0EFB1117-2783-494F-9CC6-A8DC59321477}" dt="2026-07-24T06:42:44.564" v="5464" actId="1035"/>
          <ac:spMkLst>
            <pc:docMk/>
            <pc:sldMk cId="3453187252" sldId="266"/>
            <ac:spMk id="32" creationId="{5F6F69D1-F4B0-4F19-8D29-0A43C9EA2556}"/>
          </ac:spMkLst>
        </pc:spChg>
        <pc:spChg chg="add mod">
          <ac:chgData name="DAVID CASTIBLANCO" userId="8a3a5922-b1f5-45e2-8091-3e9df8cf8f22" providerId="ADAL" clId="{0EFB1117-2783-494F-9CC6-A8DC59321477}" dt="2026-07-24T06:42:44.564" v="5464" actId="1035"/>
          <ac:spMkLst>
            <pc:docMk/>
            <pc:sldMk cId="3453187252" sldId="266"/>
            <ac:spMk id="34" creationId="{AE3310FF-3284-EC74-977E-D72AC24CD2D4}"/>
          </ac:spMkLst>
        </pc:spChg>
        <pc:spChg chg="mod">
          <ac:chgData name="DAVID CASTIBLANCO" userId="8a3a5922-b1f5-45e2-8091-3e9df8cf8f22" providerId="ADAL" clId="{0EFB1117-2783-494F-9CC6-A8DC59321477}" dt="2026-07-24T06:43:55.519" v="5542" actId="207"/>
          <ac:spMkLst>
            <pc:docMk/>
            <pc:sldMk cId="3453187252" sldId="266"/>
            <ac:spMk id="36" creationId="{AA17243F-B628-0E9B-B010-57E5E1D0D45F}"/>
          </ac:spMkLst>
        </pc:spChg>
        <pc:spChg chg="mod">
          <ac:chgData name="DAVID CASTIBLANCO" userId="8a3a5922-b1f5-45e2-8091-3e9df8cf8f22" providerId="ADAL" clId="{0EFB1117-2783-494F-9CC6-A8DC59321477}" dt="2026-07-24T06:47:31.488" v="5568" actId="692"/>
          <ac:spMkLst>
            <pc:docMk/>
            <pc:sldMk cId="3453187252" sldId="266"/>
            <ac:spMk id="38" creationId="{05D682F1-C96E-729D-E884-9A93590DD946}"/>
          </ac:spMkLst>
        </pc:spChg>
        <pc:spChg chg="add mod">
          <ac:chgData name="DAVID CASTIBLANCO" userId="8a3a5922-b1f5-45e2-8091-3e9df8cf8f22" providerId="ADAL" clId="{0EFB1117-2783-494F-9CC6-A8DC59321477}" dt="2026-07-24T06:36:10.223" v="5374" actId="2711"/>
          <ac:spMkLst>
            <pc:docMk/>
            <pc:sldMk cId="3453187252" sldId="266"/>
            <ac:spMk id="42" creationId="{6FCC2D83-2513-735D-7F9B-64932E67CFCD}"/>
          </ac:spMkLst>
        </pc:spChg>
        <pc:spChg chg="add mod">
          <ac:chgData name="DAVID CASTIBLANCO" userId="8a3a5922-b1f5-45e2-8091-3e9df8cf8f22" providerId="ADAL" clId="{0EFB1117-2783-494F-9CC6-A8DC59321477}" dt="2026-07-24T06:47:31.488" v="5568" actId="692"/>
          <ac:spMkLst>
            <pc:docMk/>
            <pc:sldMk cId="3453187252" sldId="266"/>
            <ac:spMk id="44" creationId="{C02193B8-9C50-4C42-FAB1-ABB9A1A580EA}"/>
          </ac:spMkLst>
        </pc:spChg>
        <pc:spChg chg="del">
          <ac:chgData name="DAVID CASTIBLANCO" userId="8a3a5922-b1f5-45e2-8091-3e9df8cf8f22" providerId="ADAL" clId="{0EFB1117-2783-494F-9CC6-A8DC59321477}" dt="2026-07-24T06:33:02.705" v="5333" actId="478"/>
          <ac:spMkLst>
            <pc:docMk/>
            <pc:sldMk cId="3453187252" sldId="266"/>
            <ac:spMk id="48" creationId="{70720A39-54E3-DB9A-3874-0982F40B71BA}"/>
          </ac:spMkLst>
        </pc:spChg>
        <pc:spChg chg="add mod">
          <ac:chgData name="DAVID CASTIBLANCO" userId="8a3a5922-b1f5-45e2-8091-3e9df8cf8f22" providerId="ADAL" clId="{0EFB1117-2783-494F-9CC6-A8DC59321477}" dt="2026-07-24T06:36:10.223" v="5374" actId="2711"/>
          <ac:spMkLst>
            <pc:docMk/>
            <pc:sldMk cId="3453187252" sldId="266"/>
            <ac:spMk id="49" creationId="{9ABC66EC-2FA0-B3B8-7305-DFD2FD2E13A7}"/>
          </ac:spMkLst>
        </pc:spChg>
        <pc:spChg chg="del">
          <ac:chgData name="DAVID CASTIBLANCO" userId="8a3a5922-b1f5-45e2-8091-3e9df8cf8f22" providerId="ADAL" clId="{0EFB1117-2783-494F-9CC6-A8DC59321477}" dt="2026-07-24T06:33:02.705" v="5333" actId="478"/>
          <ac:spMkLst>
            <pc:docMk/>
            <pc:sldMk cId="3453187252" sldId="266"/>
            <ac:spMk id="51" creationId="{0B62E390-195B-1841-5DF8-CC03AFAD8A2C}"/>
          </ac:spMkLst>
        </pc:spChg>
        <pc:spChg chg="add mod">
          <ac:chgData name="DAVID CASTIBLANCO" userId="8a3a5922-b1f5-45e2-8091-3e9df8cf8f22" providerId="ADAL" clId="{0EFB1117-2783-494F-9CC6-A8DC59321477}" dt="2026-07-24T06:47:31.488" v="5568" actId="692"/>
          <ac:spMkLst>
            <pc:docMk/>
            <pc:sldMk cId="3453187252" sldId="266"/>
            <ac:spMk id="52" creationId="{BDA55854-D08D-B1BF-C713-1156B9B881C1}"/>
          </ac:spMkLst>
        </pc:spChg>
        <pc:spChg chg="del">
          <ac:chgData name="DAVID CASTIBLANCO" userId="8a3a5922-b1f5-45e2-8091-3e9df8cf8f22" providerId="ADAL" clId="{0EFB1117-2783-494F-9CC6-A8DC59321477}" dt="2026-07-24T06:33:02.705" v="5333" actId="478"/>
          <ac:spMkLst>
            <pc:docMk/>
            <pc:sldMk cId="3453187252" sldId="266"/>
            <ac:spMk id="54" creationId="{C8F10DCD-DBA3-E3A8-859D-BAB33026C451}"/>
          </ac:spMkLst>
        </pc:spChg>
        <pc:spChg chg="del">
          <ac:chgData name="DAVID CASTIBLANCO" userId="8a3a5922-b1f5-45e2-8091-3e9df8cf8f22" providerId="ADAL" clId="{0EFB1117-2783-494F-9CC6-A8DC59321477}" dt="2026-07-24T06:33:02.705" v="5333" actId="478"/>
          <ac:spMkLst>
            <pc:docMk/>
            <pc:sldMk cId="3453187252" sldId="266"/>
            <ac:spMk id="57" creationId="{15735919-F6A9-5528-EB4B-90563482DF4C}"/>
          </ac:spMkLst>
        </pc:spChg>
        <pc:spChg chg="del">
          <ac:chgData name="DAVID CASTIBLANCO" userId="8a3a5922-b1f5-45e2-8091-3e9df8cf8f22" providerId="ADAL" clId="{0EFB1117-2783-494F-9CC6-A8DC59321477}" dt="2026-07-24T06:33:02.705" v="5333" actId="478"/>
          <ac:spMkLst>
            <pc:docMk/>
            <pc:sldMk cId="3453187252" sldId="266"/>
            <ac:spMk id="60" creationId="{24BD1615-6E2B-3735-C694-5BE0536EAA6E}"/>
          </ac:spMkLst>
        </pc:spChg>
        <pc:spChg chg="mod">
          <ac:chgData name="DAVID CASTIBLANCO" userId="8a3a5922-b1f5-45e2-8091-3e9df8cf8f22" providerId="ADAL" clId="{0EFB1117-2783-494F-9CC6-A8DC59321477}" dt="2026-07-24T06:47:10.105" v="5566" actId="14100"/>
          <ac:spMkLst>
            <pc:docMk/>
            <pc:sldMk cId="3453187252" sldId="266"/>
            <ac:spMk id="61" creationId="{BDB51341-F2EE-1E4B-613D-1AA480305481}"/>
          </ac:spMkLst>
        </pc:spChg>
        <pc:spChg chg="mod">
          <ac:chgData name="DAVID CASTIBLANCO" userId="8a3a5922-b1f5-45e2-8091-3e9df8cf8f22" providerId="ADAL" clId="{0EFB1117-2783-494F-9CC6-A8DC59321477}" dt="2026-07-24T06:45:13.468" v="5546" actId="207"/>
          <ac:spMkLst>
            <pc:docMk/>
            <pc:sldMk cId="3453187252" sldId="266"/>
            <ac:spMk id="63" creationId="{A7759CE8-A4BD-9FE9-30BF-A5DD1EB3847B}"/>
          </ac:spMkLst>
        </pc:spChg>
        <pc:spChg chg="add mod">
          <ac:chgData name="DAVID CASTIBLANCO" userId="8a3a5922-b1f5-45e2-8091-3e9df8cf8f22" providerId="ADAL" clId="{0EFB1117-2783-494F-9CC6-A8DC59321477}" dt="2026-07-24T06:45:28.178" v="5548" actId="207"/>
          <ac:spMkLst>
            <pc:docMk/>
            <pc:sldMk cId="3453187252" sldId="266"/>
            <ac:spMk id="66" creationId="{23528E9F-8E67-5E8C-C4B0-64F0A21FB026}"/>
          </ac:spMkLst>
        </pc:spChg>
        <pc:spChg chg="del">
          <ac:chgData name="DAVID CASTIBLANCO" userId="8a3a5922-b1f5-45e2-8091-3e9df8cf8f22" providerId="ADAL" clId="{0EFB1117-2783-494F-9CC6-A8DC59321477}" dt="2026-07-24T06:33:02.705" v="5333" actId="478"/>
          <ac:spMkLst>
            <pc:docMk/>
            <pc:sldMk cId="3453187252" sldId="266"/>
            <ac:spMk id="67" creationId="{58BEAC22-13FB-7A66-E821-711D16DC3F0D}"/>
          </ac:spMkLst>
        </pc:spChg>
        <pc:spChg chg="mod">
          <ac:chgData name="DAVID CASTIBLANCO" userId="8a3a5922-b1f5-45e2-8091-3e9df8cf8f22" providerId="ADAL" clId="{0EFB1117-2783-494F-9CC6-A8DC59321477}" dt="2026-07-24T06:49:07.971" v="5576" actId="1076"/>
          <ac:spMkLst>
            <pc:docMk/>
            <pc:sldMk cId="3453187252" sldId="266"/>
            <ac:spMk id="69" creationId="{7922597C-8C7D-7F51-A112-2C44E8656B1B}"/>
          </ac:spMkLst>
        </pc:spChg>
        <pc:spChg chg="del">
          <ac:chgData name="DAVID CASTIBLANCO" userId="8a3a5922-b1f5-45e2-8091-3e9df8cf8f22" providerId="ADAL" clId="{0EFB1117-2783-494F-9CC6-A8DC59321477}" dt="2026-07-24T06:33:02.705" v="5333" actId="478"/>
          <ac:spMkLst>
            <pc:docMk/>
            <pc:sldMk cId="3453187252" sldId="266"/>
            <ac:spMk id="70" creationId="{46AA232C-3BF4-A9F9-77D9-0031DF59097A}"/>
          </ac:spMkLst>
        </pc:spChg>
        <pc:spChg chg="mod">
          <ac:chgData name="DAVID CASTIBLANCO" userId="8a3a5922-b1f5-45e2-8091-3e9df8cf8f22" providerId="ADAL" clId="{0EFB1117-2783-494F-9CC6-A8DC59321477}" dt="2026-07-24T06:46:26.031" v="5557" actId="207"/>
          <ac:spMkLst>
            <pc:docMk/>
            <pc:sldMk cId="3453187252" sldId="266"/>
            <ac:spMk id="72" creationId="{4FC17A9F-1CA5-4CAE-4346-FAF7B3CDA33D}"/>
          </ac:spMkLst>
        </pc:spChg>
        <pc:spChg chg="add mod">
          <ac:chgData name="DAVID CASTIBLANCO" userId="8a3a5922-b1f5-45e2-8091-3e9df8cf8f22" providerId="ADAL" clId="{0EFB1117-2783-494F-9CC6-A8DC59321477}" dt="2026-07-24T06:43:38.235" v="5536" actId="1076"/>
          <ac:spMkLst>
            <pc:docMk/>
            <pc:sldMk cId="3453187252" sldId="266"/>
            <ac:spMk id="74" creationId="{53F1FC0E-E0AE-A3D7-46AC-DA8761BDBBA4}"/>
          </ac:spMkLst>
        </pc:spChg>
        <pc:spChg chg="del">
          <ac:chgData name="DAVID CASTIBLANCO" userId="8a3a5922-b1f5-45e2-8091-3e9df8cf8f22" providerId="ADAL" clId="{0EFB1117-2783-494F-9CC6-A8DC59321477}" dt="2026-07-24T06:33:02.705" v="5333" actId="478"/>
          <ac:spMkLst>
            <pc:docMk/>
            <pc:sldMk cId="3453187252" sldId="266"/>
            <ac:spMk id="76" creationId="{7D0B6BCF-A2DD-4E69-D014-C5934E0A8496}"/>
          </ac:spMkLst>
        </pc:spChg>
        <pc:spChg chg="del">
          <ac:chgData name="DAVID CASTIBLANCO" userId="8a3a5922-b1f5-45e2-8091-3e9df8cf8f22" providerId="ADAL" clId="{0EFB1117-2783-494F-9CC6-A8DC59321477}" dt="2026-07-24T06:33:05.701" v="5334" actId="478"/>
          <ac:spMkLst>
            <pc:docMk/>
            <pc:sldMk cId="3453187252" sldId="266"/>
            <ac:spMk id="79" creationId="{60C8373B-2316-FF9E-7107-9F529BB88047}"/>
          </ac:spMkLst>
        </pc:spChg>
        <pc:spChg chg="del">
          <ac:chgData name="DAVID CASTIBLANCO" userId="8a3a5922-b1f5-45e2-8091-3e9df8cf8f22" providerId="ADAL" clId="{0EFB1117-2783-494F-9CC6-A8DC59321477}" dt="2026-07-24T06:33:02.705" v="5333" actId="478"/>
          <ac:spMkLst>
            <pc:docMk/>
            <pc:sldMk cId="3453187252" sldId="266"/>
            <ac:spMk id="83" creationId="{18E3E2E1-3381-09E3-AB39-41612A72EAA0}"/>
          </ac:spMkLst>
        </pc:spChg>
        <pc:spChg chg="del">
          <ac:chgData name="DAVID CASTIBLANCO" userId="8a3a5922-b1f5-45e2-8091-3e9df8cf8f22" providerId="ADAL" clId="{0EFB1117-2783-494F-9CC6-A8DC59321477}" dt="2026-07-24T06:33:05.701" v="5334" actId="478"/>
          <ac:spMkLst>
            <pc:docMk/>
            <pc:sldMk cId="3453187252" sldId="266"/>
            <ac:spMk id="86" creationId="{B970DEF7-B51D-BCC6-8966-5100AD399450}"/>
          </ac:spMkLst>
        </pc:spChg>
        <pc:spChg chg="del">
          <ac:chgData name="DAVID CASTIBLANCO" userId="8a3a5922-b1f5-45e2-8091-3e9df8cf8f22" providerId="ADAL" clId="{0EFB1117-2783-494F-9CC6-A8DC59321477}" dt="2026-07-24T06:33:02.705" v="5333" actId="478"/>
          <ac:spMkLst>
            <pc:docMk/>
            <pc:sldMk cId="3453187252" sldId="266"/>
            <ac:spMk id="96" creationId="{2F347798-9C4A-00F5-0632-E566EABEDE1A}"/>
          </ac:spMkLst>
        </pc:spChg>
        <pc:picChg chg="add mod">
          <ac:chgData name="DAVID CASTIBLANCO" userId="8a3a5922-b1f5-45e2-8091-3e9df8cf8f22" providerId="ADAL" clId="{0EFB1117-2783-494F-9CC6-A8DC59321477}" dt="2026-07-24T06:49:22.186" v="5593" actId="1038"/>
          <ac:picMkLst>
            <pc:docMk/>
            <pc:sldMk cId="3453187252" sldId="266"/>
            <ac:picMk id="80" creationId="{D1EA6DE7-4D51-FA35-568D-4B07469498FB}"/>
          </ac:picMkLst>
        </pc:picChg>
        <pc:cxnChg chg="add mod">
          <ac:chgData name="DAVID CASTIBLANCO" userId="8a3a5922-b1f5-45e2-8091-3e9df8cf8f22" providerId="ADAL" clId="{0EFB1117-2783-494F-9CC6-A8DC59321477}" dt="2026-07-24T06:43:38.235" v="5536" actId="1076"/>
          <ac:cxnSpMkLst>
            <pc:docMk/>
            <pc:sldMk cId="3453187252" sldId="266"/>
            <ac:cxnSpMk id="75" creationId="{0255FEE7-4785-1272-B594-6E821462CC57}"/>
          </ac:cxnSpMkLst>
        </pc:cxnChg>
        <pc:cxnChg chg="add mod">
          <ac:chgData name="DAVID CASTIBLANCO" userId="8a3a5922-b1f5-45e2-8091-3e9df8cf8f22" providerId="ADAL" clId="{0EFB1117-2783-494F-9CC6-A8DC59321477}" dt="2026-07-24T06:43:38.235" v="5536" actId="1076"/>
          <ac:cxnSpMkLst>
            <pc:docMk/>
            <pc:sldMk cId="3453187252" sldId="266"/>
            <ac:cxnSpMk id="77" creationId="{CFE0C86F-D5E1-B75A-A744-E49022CC3AFB}"/>
          </ac:cxnSpMkLst>
        </pc:cxnChg>
      </pc:sldChg>
      <pc:sldChg chg="addSp delSp modSp add mod setBg">
        <pc:chgData name="DAVID CASTIBLANCO" userId="8a3a5922-b1f5-45e2-8091-3e9df8cf8f22" providerId="ADAL" clId="{0EFB1117-2783-494F-9CC6-A8DC59321477}" dt="2026-07-24T07:10:52.828" v="5878" actId="1076"/>
        <pc:sldMkLst>
          <pc:docMk/>
          <pc:sldMk cId="76063326" sldId="267"/>
        </pc:sldMkLst>
        <pc:spChg chg="add del">
          <ac:chgData name="DAVID CASTIBLANCO" userId="8a3a5922-b1f5-45e2-8091-3e9df8cf8f22" providerId="ADAL" clId="{0EFB1117-2783-494F-9CC6-A8DC59321477}" dt="2026-07-24T06:53:36.046" v="5625" actId="22"/>
          <ac:spMkLst>
            <pc:docMk/>
            <pc:sldMk cId="76063326" sldId="267"/>
            <ac:spMk id="4" creationId="{B2B80FF6-C811-7DB2-B788-C7BD340FFC2C}"/>
          </ac:spMkLst>
        </pc:spChg>
        <pc:spChg chg="mod">
          <ac:chgData name="DAVID CASTIBLANCO" userId="8a3a5922-b1f5-45e2-8091-3e9df8cf8f22" providerId="ADAL" clId="{0EFB1117-2783-494F-9CC6-A8DC59321477}" dt="2026-07-24T06:52:47.564" v="5620" actId="2711"/>
          <ac:spMkLst>
            <pc:docMk/>
            <pc:sldMk cId="76063326" sldId="267"/>
            <ac:spMk id="6" creationId="{1E5A688F-BB34-8F6A-D660-D06C5C6B845D}"/>
          </ac:spMkLst>
        </pc:spChg>
        <pc:spChg chg="del">
          <ac:chgData name="DAVID CASTIBLANCO" userId="8a3a5922-b1f5-45e2-8091-3e9df8cf8f22" providerId="ADAL" clId="{0EFB1117-2783-494F-9CC6-A8DC59321477}" dt="2026-07-24T06:51:34.533" v="5617" actId="478"/>
          <ac:spMkLst>
            <pc:docMk/>
            <pc:sldMk cId="76063326" sldId="267"/>
            <ac:spMk id="7" creationId="{16011FA4-16C2-9B2E-8B50-D6E36C290B5C}"/>
          </ac:spMkLst>
        </pc:spChg>
        <pc:spChg chg="del">
          <ac:chgData name="DAVID CASTIBLANCO" userId="8a3a5922-b1f5-45e2-8091-3e9df8cf8f22" providerId="ADAL" clId="{0EFB1117-2783-494F-9CC6-A8DC59321477}" dt="2026-07-24T06:51:34.533" v="5617" actId="478"/>
          <ac:spMkLst>
            <pc:docMk/>
            <pc:sldMk cId="76063326" sldId="267"/>
            <ac:spMk id="9" creationId="{8AC3724C-D20B-3B1D-4DF9-A287DC90B8A7}"/>
          </ac:spMkLst>
        </pc:spChg>
        <pc:spChg chg="mod">
          <ac:chgData name="DAVID CASTIBLANCO" userId="8a3a5922-b1f5-45e2-8091-3e9df8cf8f22" providerId="ADAL" clId="{0EFB1117-2783-494F-9CC6-A8DC59321477}" dt="2026-07-24T06:53:01.277" v="5623" actId="207"/>
          <ac:spMkLst>
            <pc:docMk/>
            <pc:sldMk cId="76063326" sldId="267"/>
            <ac:spMk id="10" creationId="{071EEF4C-5EDF-C5D8-AADC-A06534A527A6}"/>
          </ac:spMkLst>
        </pc:spChg>
        <pc:spChg chg="add mod">
          <ac:chgData name="DAVID CASTIBLANCO" userId="8a3a5922-b1f5-45e2-8091-3e9df8cf8f22" providerId="ADAL" clId="{0EFB1117-2783-494F-9CC6-A8DC59321477}" dt="2026-07-24T06:55:54.113" v="5684" actId="692"/>
          <ac:spMkLst>
            <pc:docMk/>
            <pc:sldMk cId="76063326" sldId="267"/>
            <ac:spMk id="11" creationId="{6A8A8279-B6A9-655C-4781-B500AD641815}"/>
          </ac:spMkLst>
        </pc:spChg>
        <pc:spChg chg="del">
          <ac:chgData name="DAVID CASTIBLANCO" userId="8a3a5922-b1f5-45e2-8091-3e9df8cf8f22" providerId="ADAL" clId="{0EFB1117-2783-494F-9CC6-A8DC59321477}" dt="2026-07-24T06:51:34.533" v="5617" actId="478"/>
          <ac:spMkLst>
            <pc:docMk/>
            <pc:sldMk cId="76063326" sldId="267"/>
            <ac:spMk id="12" creationId="{172DBA25-4AD0-DB76-F175-BE944531FAB9}"/>
          </ac:spMkLst>
        </pc:spChg>
        <pc:spChg chg="add mod">
          <ac:chgData name="DAVID CASTIBLANCO" userId="8a3a5922-b1f5-45e2-8091-3e9df8cf8f22" providerId="ADAL" clId="{0EFB1117-2783-494F-9CC6-A8DC59321477}" dt="2026-07-24T06:55:20.685" v="5678" actId="1035"/>
          <ac:spMkLst>
            <pc:docMk/>
            <pc:sldMk cId="76063326" sldId="267"/>
            <ac:spMk id="15" creationId="{D26D2467-2F1B-934E-1DB4-72D2A6B98902}"/>
          </ac:spMkLst>
        </pc:spChg>
        <pc:spChg chg="add mod">
          <ac:chgData name="DAVID CASTIBLANCO" userId="8a3a5922-b1f5-45e2-8091-3e9df8cf8f22" providerId="ADAL" clId="{0EFB1117-2783-494F-9CC6-A8DC59321477}" dt="2026-07-24T06:54:07.751" v="5629" actId="207"/>
          <ac:spMkLst>
            <pc:docMk/>
            <pc:sldMk cId="76063326" sldId="267"/>
            <ac:spMk id="19" creationId="{4670F65F-5128-7B3F-346F-736F952E2839}"/>
          </ac:spMkLst>
        </pc:spChg>
        <pc:spChg chg="del">
          <ac:chgData name="DAVID CASTIBLANCO" userId="8a3a5922-b1f5-45e2-8091-3e9df8cf8f22" providerId="ADAL" clId="{0EFB1117-2783-494F-9CC6-A8DC59321477}" dt="2026-07-24T06:51:34.533" v="5617" actId="478"/>
          <ac:spMkLst>
            <pc:docMk/>
            <pc:sldMk cId="76063326" sldId="267"/>
            <ac:spMk id="22" creationId="{D4478BD4-5DD3-18B2-F0F9-B55F1656CB3B}"/>
          </ac:spMkLst>
        </pc:spChg>
        <pc:spChg chg="mod">
          <ac:chgData name="DAVID CASTIBLANCO" userId="8a3a5922-b1f5-45e2-8091-3e9df8cf8f22" providerId="ADAL" clId="{0EFB1117-2783-494F-9CC6-A8DC59321477}" dt="2026-07-24T06:54:18.441" v="5630" actId="207"/>
          <ac:spMkLst>
            <pc:docMk/>
            <pc:sldMk cId="76063326" sldId="267"/>
            <ac:spMk id="23" creationId="{6AD197EA-143A-6C58-32D4-9A4CA50608C3}"/>
          </ac:spMkLst>
        </pc:spChg>
        <pc:spChg chg="del">
          <ac:chgData name="DAVID CASTIBLANCO" userId="8a3a5922-b1f5-45e2-8091-3e9df8cf8f22" providerId="ADAL" clId="{0EFB1117-2783-494F-9CC6-A8DC59321477}" dt="2026-07-24T06:51:34.533" v="5617" actId="478"/>
          <ac:spMkLst>
            <pc:docMk/>
            <pc:sldMk cId="76063326" sldId="267"/>
            <ac:spMk id="24" creationId="{B5E2F498-0B87-3F75-D2A5-FC3F7B2E53A5}"/>
          </ac:spMkLst>
        </pc:spChg>
        <pc:spChg chg="add mod">
          <ac:chgData name="DAVID CASTIBLANCO" userId="8a3a5922-b1f5-45e2-8091-3e9df8cf8f22" providerId="ADAL" clId="{0EFB1117-2783-494F-9CC6-A8DC59321477}" dt="2026-07-24T06:55:48.310" v="5683" actId="692"/>
          <ac:spMkLst>
            <pc:docMk/>
            <pc:sldMk cId="76063326" sldId="267"/>
            <ac:spMk id="27" creationId="{A14F79A1-9D71-92EA-2119-3CEFFC1652CE}"/>
          </ac:spMkLst>
        </pc:spChg>
        <pc:spChg chg="del">
          <ac:chgData name="DAVID CASTIBLANCO" userId="8a3a5922-b1f5-45e2-8091-3e9df8cf8f22" providerId="ADAL" clId="{0EFB1117-2783-494F-9CC6-A8DC59321477}" dt="2026-07-24T06:51:34.533" v="5617" actId="478"/>
          <ac:spMkLst>
            <pc:docMk/>
            <pc:sldMk cId="76063326" sldId="267"/>
            <ac:spMk id="30" creationId="{813DA500-CA88-3E37-8078-4AFC666B397F}"/>
          </ac:spMkLst>
        </pc:spChg>
        <pc:spChg chg="mod">
          <ac:chgData name="DAVID CASTIBLANCO" userId="8a3a5922-b1f5-45e2-8091-3e9df8cf8f22" providerId="ADAL" clId="{0EFB1117-2783-494F-9CC6-A8DC59321477}" dt="2026-07-24T06:55:20.685" v="5678" actId="1035"/>
          <ac:spMkLst>
            <pc:docMk/>
            <pc:sldMk cId="76063326" sldId="267"/>
            <ac:spMk id="31" creationId="{5B3CF06C-0EA6-6ADE-ECEB-D481831794A5}"/>
          </ac:spMkLst>
        </pc:spChg>
        <pc:spChg chg="del">
          <ac:chgData name="DAVID CASTIBLANCO" userId="8a3a5922-b1f5-45e2-8091-3e9df8cf8f22" providerId="ADAL" clId="{0EFB1117-2783-494F-9CC6-A8DC59321477}" dt="2026-07-24T06:51:34.533" v="5617" actId="478"/>
          <ac:spMkLst>
            <pc:docMk/>
            <pc:sldMk cId="76063326" sldId="267"/>
            <ac:spMk id="34" creationId="{06E22C82-8202-C0F6-200C-FFD1BD5CDF8C}"/>
          </ac:spMkLst>
        </pc:spChg>
        <pc:spChg chg="add mod">
          <ac:chgData name="DAVID CASTIBLANCO" userId="8a3a5922-b1f5-45e2-8091-3e9df8cf8f22" providerId="ADAL" clId="{0EFB1117-2783-494F-9CC6-A8DC59321477}" dt="2026-07-24T06:54:07.751" v="5629" actId="207"/>
          <ac:spMkLst>
            <pc:docMk/>
            <pc:sldMk cId="76063326" sldId="267"/>
            <ac:spMk id="35" creationId="{D61D3867-BB97-6440-BE79-637DF4CECA05}"/>
          </ac:spMkLst>
        </pc:spChg>
        <pc:spChg chg="add mod">
          <ac:chgData name="DAVID CASTIBLANCO" userId="8a3a5922-b1f5-45e2-8091-3e9df8cf8f22" providerId="ADAL" clId="{0EFB1117-2783-494F-9CC6-A8DC59321477}" dt="2026-07-24T06:54:18.441" v="5630" actId="207"/>
          <ac:spMkLst>
            <pc:docMk/>
            <pc:sldMk cId="76063326" sldId="267"/>
            <ac:spMk id="39" creationId="{5E11859A-F68F-8717-5097-AB74380C0AF3}"/>
          </ac:spMkLst>
        </pc:spChg>
        <pc:spChg chg="add mod">
          <ac:chgData name="DAVID CASTIBLANCO" userId="8a3a5922-b1f5-45e2-8091-3e9df8cf8f22" providerId="ADAL" clId="{0EFB1117-2783-494F-9CC6-A8DC59321477}" dt="2026-07-24T06:55:43.568" v="5682" actId="692"/>
          <ac:spMkLst>
            <pc:docMk/>
            <pc:sldMk cId="76063326" sldId="267"/>
            <ac:spMk id="43" creationId="{DFF10153-6881-C7D0-5733-AA73D0A53A89}"/>
          </ac:spMkLst>
        </pc:spChg>
        <pc:spChg chg="add mod">
          <ac:chgData name="DAVID CASTIBLANCO" userId="8a3a5922-b1f5-45e2-8091-3e9df8cf8f22" providerId="ADAL" clId="{0EFB1117-2783-494F-9CC6-A8DC59321477}" dt="2026-07-24T06:55:20.685" v="5678" actId="1035"/>
          <ac:spMkLst>
            <pc:docMk/>
            <pc:sldMk cId="76063326" sldId="267"/>
            <ac:spMk id="47" creationId="{B6100BCB-C637-B60D-C3BB-BAE48E6F8AAE}"/>
          </ac:spMkLst>
        </pc:spChg>
        <pc:spChg chg="mod">
          <ac:chgData name="DAVID CASTIBLANCO" userId="8a3a5922-b1f5-45e2-8091-3e9df8cf8f22" providerId="ADAL" clId="{0EFB1117-2783-494F-9CC6-A8DC59321477}" dt="2026-07-24T06:54:07.751" v="5629" actId="207"/>
          <ac:spMkLst>
            <pc:docMk/>
            <pc:sldMk cId="76063326" sldId="267"/>
            <ac:spMk id="50" creationId="{6E48FC82-9474-1B35-E256-048E4C42612D}"/>
          </ac:spMkLst>
        </pc:spChg>
        <pc:spChg chg="del">
          <ac:chgData name="DAVID CASTIBLANCO" userId="8a3a5922-b1f5-45e2-8091-3e9df8cf8f22" providerId="ADAL" clId="{0EFB1117-2783-494F-9CC6-A8DC59321477}" dt="2026-07-24T06:51:34.533" v="5617" actId="478"/>
          <ac:spMkLst>
            <pc:docMk/>
            <pc:sldMk cId="76063326" sldId="267"/>
            <ac:spMk id="52" creationId="{96E3E304-F6B0-1D1B-08F4-F4D4BD74DB2D}"/>
          </ac:spMkLst>
        </pc:spChg>
        <pc:spChg chg="add mod">
          <ac:chgData name="DAVID CASTIBLANCO" userId="8a3a5922-b1f5-45e2-8091-3e9df8cf8f22" providerId="ADAL" clId="{0EFB1117-2783-494F-9CC6-A8DC59321477}" dt="2026-07-24T06:54:18.441" v="5630" actId="207"/>
          <ac:spMkLst>
            <pc:docMk/>
            <pc:sldMk cId="76063326" sldId="267"/>
            <ac:spMk id="53" creationId="{0ECC2F9B-5F61-7B81-5852-D00A0A863545}"/>
          </ac:spMkLst>
        </pc:spChg>
        <pc:spChg chg="mod">
          <ac:chgData name="DAVID CASTIBLANCO" userId="8a3a5922-b1f5-45e2-8091-3e9df8cf8f22" providerId="ADAL" clId="{0EFB1117-2783-494F-9CC6-A8DC59321477}" dt="2026-07-24T07:00:35.845" v="5732" actId="1076"/>
          <ac:spMkLst>
            <pc:docMk/>
            <pc:sldMk cId="76063326" sldId="267"/>
            <ac:spMk id="56" creationId="{752000E4-477B-A7AE-14E8-25E81A6F1EAF}"/>
          </ac:spMkLst>
        </pc:spChg>
        <pc:spChg chg="add mod">
          <ac:chgData name="DAVID CASTIBLANCO" userId="8a3a5922-b1f5-45e2-8091-3e9df8cf8f22" providerId="ADAL" clId="{0EFB1117-2783-494F-9CC6-A8DC59321477}" dt="2026-07-24T07:00:35.845" v="5732" actId="1076"/>
          <ac:spMkLst>
            <pc:docMk/>
            <pc:sldMk cId="76063326" sldId="267"/>
            <ac:spMk id="59" creationId="{16B918E2-25E6-B783-23D7-DDE605366A74}"/>
          </ac:spMkLst>
        </pc:spChg>
        <pc:spChg chg="add del mod ord">
          <ac:chgData name="DAVID CASTIBLANCO" userId="8a3a5922-b1f5-45e2-8091-3e9df8cf8f22" providerId="ADAL" clId="{0EFB1117-2783-494F-9CC6-A8DC59321477}" dt="2026-07-24T07:10:29.280" v="5877" actId="167"/>
          <ac:spMkLst>
            <pc:docMk/>
            <pc:sldMk cId="76063326" sldId="267"/>
            <ac:spMk id="65" creationId="{3E2FBF4C-4D0C-9593-386E-85F9BB82E524}"/>
          </ac:spMkLst>
        </pc:spChg>
        <pc:spChg chg="del">
          <ac:chgData name="DAVID CASTIBLANCO" userId="8a3a5922-b1f5-45e2-8091-3e9df8cf8f22" providerId="ADAL" clId="{0EFB1117-2783-494F-9CC6-A8DC59321477}" dt="2026-07-24T06:51:36.553" v="5618" actId="478"/>
          <ac:spMkLst>
            <pc:docMk/>
            <pc:sldMk cId="76063326" sldId="267"/>
            <ac:spMk id="69" creationId="{BC180946-39E4-C652-10B4-E5107DB26CBE}"/>
          </ac:spMkLst>
        </pc:spChg>
        <pc:spChg chg="add del mod">
          <ac:chgData name="DAVID CASTIBLANCO" userId="8a3a5922-b1f5-45e2-8091-3e9df8cf8f22" providerId="ADAL" clId="{0EFB1117-2783-494F-9CC6-A8DC59321477}" dt="2026-07-24T07:04:05.683" v="5794"/>
          <ac:spMkLst>
            <pc:docMk/>
            <pc:sldMk cId="76063326" sldId="267"/>
            <ac:spMk id="71" creationId="{6EC320A7-8D68-291D-239A-0B783E3F5A2B}"/>
          </ac:spMkLst>
        </pc:spChg>
        <pc:spChg chg="del">
          <ac:chgData name="DAVID CASTIBLANCO" userId="8a3a5922-b1f5-45e2-8091-3e9df8cf8f22" providerId="ADAL" clId="{0EFB1117-2783-494F-9CC6-A8DC59321477}" dt="2026-07-24T06:51:34.533" v="5617" actId="478"/>
          <ac:spMkLst>
            <pc:docMk/>
            <pc:sldMk cId="76063326" sldId="267"/>
            <ac:spMk id="72" creationId="{4C1AAF92-1106-B82B-1A90-39F9A7813A05}"/>
          </ac:spMkLst>
        </pc:spChg>
        <pc:spChg chg="del">
          <ac:chgData name="DAVID CASTIBLANCO" userId="8a3a5922-b1f5-45e2-8091-3e9df8cf8f22" providerId="ADAL" clId="{0EFB1117-2783-494F-9CC6-A8DC59321477}" dt="2026-07-24T06:51:34.533" v="5617" actId="478"/>
          <ac:spMkLst>
            <pc:docMk/>
            <pc:sldMk cId="76063326" sldId="267"/>
            <ac:spMk id="74" creationId="{945C61B6-32D3-AD1B-F885-104B4A53780A}"/>
          </ac:spMkLst>
        </pc:spChg>
        <pc:spChg chg="add mod ord">
          <ac:chgData name="DAVID CASTIBLANCO" userId="8a3a5922-b1f5-45e2-8091-3e9df8cf8f22" providerId="ADAL" clId="{0EFB1117-2783-494F-9CC6-A8DC59321477}" dt="2026-07-24T07:06:42.693" v="5811" actId="1076"/>
          <ac:spMkLst>
            <pc:docMk/>
            <pc:sldMk cId="76063326" sldId="267"/>
            <ac:spMk id="78" creationId="{EE8F034A-8EC9-F0BA-3296-1286D1C63422}"/>
          </ac:spMkLst>
        </pc:spChg>
        <pc:spChg chg="add del mod">
          <ac:chgData name="DAVID CASTIBLANCO" userId="8a3a5922-b1f5-45e2-8091-3e9df8cf8f22" providerId="ADAL" clId="{0EFB1117-2783-494F-9CC6-A8DC59321477}" dt="2026-07-24T07:08:56.031" v="5859" actId="478"/>
          <ac:spMkLst>
            <pc:docMk/>
            <pc:sldMk cId="76063326" sldId="267"/>
            <ac:spMk id="83" creationId="{02B64456-3DBF-5437-0AFB-A489940C550A}"/>
          </ac:spMkLst>
        </pc:spChg>
        <pc:spChg chg="add mod ord">
          <ac:chgData name="DAVID CASTIBLANCO" userId="8a3a5922-b1f5-45e2-8091-3e9df8cf8f22" providerId="ADAL" clId="{0EFB1117-2783-494F-9CC6-A8DC59321477}" dt="2026-07-24T07:10:23.600" v="5876" actId="167"/>
          <ac:spMkLst>
            <pc:docMk/>
            <pc:sldMk cId="76063326" sldId="267"/>
            <ac:spMk id="84" creationId="{7AA0622F-0522-44C9-B69F-2A6437BF8D0D}"/>
          </ac:spMkLst>
        </pc:spChg>
        <pc:picChg chg="add mod">
          <ac:chgData name="DAVID CASTIBLANCO" userId="8a3a5922-b1f5-45e2-8091-3e9df8cf8f22" providerId="ADAL" clId="{0EFB1117-2783-494F-9CC6-A8DC59321477}" dt="2026-07-24T07:00:35.845" v="5732" actId="1076"/>
          <ac:picMkLst>
            <pc:docMk/>
            <pc:sldMk cId="76063326" sldId="267"/>
            <ac:picMk id="62" creationId="{863AB565-81F9-529C-506A-14B60A36B0CE}"/>
          </ac:picMkLst>
        </pc:picChg>
        <pc:picChg chg="add del mod">
          <ac:chgData name="DAVID CASTIBLANCO" userId="8a3a5922-b1f5-45e2-8091-3e9df8cf8f22" providerId="ADAL" clId="{0EFB1117-2783-494F-9CC6-A8DC59321477}" dt="2026-07-24T07:03:13.431" v="5757" actId="478"/>
          <ac:picMkLst>
            <pc:docMk/>
            <pc:sldMk cId="76063326" sldId="267"/>
            <ac:picMk id="64" creationId="{E8348FE8-684E-D83D-8526-3643F249CEA3}"/>
          </ac:picMkLst>
        </pc:picChg>
        <pc:picChg chg="add del">
          <ac:chgData name="DAVID CASTIBLANCO" userId="8a3a5922-b1f5-45e2-8091-3e9df8cf8f22" providerId="ADAL" clId="{0EFB1117-2783-494F-9CC6-A8DC59321477}" dt="2026-07-24T07:03:00.960" v="5755" actId="478"/>
          <ac:picMkLst>
            <pc:docMk/>
            <pc:sldMk cId="76063326" sldId="267"/>
            <ac:picMk id="68" creationId="{EB2B1613-2C75-E2BB-2D04-08BF3553C753}"/>
          </ac:picMkLst>
        </pc:picChg>
        <pc:picChg chg="add mod">
          <ac:chgData name="DAVID CASTIBLANCO" userId="8a3a5922-b1f5-45e2-8091-3e9df8cf8f22" providerId="ADAL" clId="{0EFB1117-2783-494F-9CC6-A8DC59321477}" dt="2026-07-24T07:06:42.693" v="5811" actId="1076"/>
          <ac:picMkLst>
            <pc:docMk/>
            <pc:sldMk cId="76063326" sldId="267"/>
            <ac:picMk id="73" creationId="{32F2E029-2228-B935-8D11-6CB8729A4E5B}"/>
          </ac:picMkLst>
        </pc:picChg>
        <pc:picChg chg="add del">
          <ac:chgData name="DAVID CASTIBLANCO" userId="8a3a5922-b1f5-45e2-8091-3e9df8cf8f22" providerId="ADAL" clId="{0EFB1117-2783-494F-9CC6-A8DC59321477}" dt="2026-07-24T07:04:05.680" v="5792" actId="478"/>
          <ac:picMkLst>
            <pc:docMk/>
            <pc:sldMk cId="76063326" sldId="267"/>
            <ac:picMk id="76" creationId="{12D4317A-A00D-72F9-BCF3-F4E128473389}"/>
          </ac:picMkLst>
        </pc:picChg>
        <pc:picChg chg="add mod">
          <ac:chgData name="DAVID CASTIBLANCO" userId="8a3a5922-b1f5-45e2-8091-3e9df8cf8f22" providerId="ADAL" clId="{0EFB1117-2783-494F-9CC6-A8DC59321477}" dt="2026-07-24T07:10:52.828" v="5878" actId="1076"/>
          <ac:picMkLst>
            <pc:docMk/>
            <pc:sldMk cId="76063326" sldId="267"/>
            <ac:picMk id="81" creationId="{987284E6-4C73-71E9-B50D-0092026CFDC4}"/>
          </ac:picMkLst>
        </pc:picChg>
      </pc:sldChg>
    </pc:docChg>
  </pc:docChgLst>
  <pc:docChgLst>
    <pc:chgData name="PAULA PIEDRAHITA" userId="S::papiedra@gmodelo.com.mx::cdcd150a-ce58-439f-8ae9-da329ff5738a" providerId="AD" clId="Web-{6EF67F88-DF18-E436-3B10-129C4110904F}"/>
    <pc:docChg chg="mod">
      <pc:chgData name="PAULA PIEDRAHITA" userId="S::papiedra@gmodelo.com.mx::cdcd150a-ce58-439f-8ae9-da329ff5738a" providerId="AD" clId="Web-{6EF67F88-DF18-E436-3B10-129C4110904F}" dt="2026-07-23T18:11:38.036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AB6F4-205C-4472-B608-5BD12D0C6841}" type="datetimeFigureOut">
              <a:rPr lang="es-MX" smtClean="0"/>
              <a:t>24/07/2026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6EA15-CB57-424A-958B-A690369BD7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9422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6EA15-CB57-424A-958B-A690369BD741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3393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0508-FB37-884C-AF65-DB9A4177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2E8836-7B7E-CE63-B276-7A154AF5D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5230E3-6A25-4175-D32E-7E973935B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8F0A6F-41C0-7CF1-839A-746BE0626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6EA15-CB57-424A-958B-A690369BD741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2855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6896F-6282-0D26-6366-69067A96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B66422-1C23-73AE-C74D-19ACEE8D5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E0C3C4-C930-C1DD-EBE7-0B2C76727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48B716-2360-53C4-E0F8-9586F0F48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6EA15-CB57-424A-958B-A690369BD741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6431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3C4A3-1D7D-8849-CF08-DF77590C9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D14DAFB-B751-2ABE-B150-1320DB664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568895-1A86-84A0-51CB-A5B8C98C2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4DFEE8-DA00-5A85-ED7D-F32C56794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6EA15-CB57-424A-958B-A690369BD741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843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4986B-C007-8B4A-1B6F-4B932F3D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6CA783-0183-1ADB-2410-D0F331FEF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014B37A-F975-7F99-71FA-3AAED21B6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E5CC09-90EA-4EDD-B337-E1595B3E8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6EA15-CB57-424A-958B-A690369BD741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6885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11900-5CE6-0B84-CBF1-FB0B9AB7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738A55-BDDD-2C4E-4735-F385D4E75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A824AA-E942-5AD3-FA04-CA1C362F3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EEC30F-5911-AB5F-2479-CD3B40937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6EA15-CB57-424A-958B-A690369BD741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8536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7B2C7-FFDB-DE4F-6CC7-95E9F8840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DF7855-E0F2-45B5-CB1B-0A8D18445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0B9FC2-67E7-3F29-EF85-E4D56D1A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106F45-AC35-BA8A-75E2-C845D3CA1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37DCF4-071F-1A48-1A5A-5C216F6DE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466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03961-0C9A-5BF5-E712-6B9FCB7E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B92A07-CDC7-C80C-5DED-534A7107B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C5099A-B746-28B0-8627-0FF774A1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DE28F1-2B64-9B50-50D9-4046D96B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9F4473-79CC-088F-CCF9-062C96567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7672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F9F7D-A03E-4FD8-2974-B4E1FA55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D47B54-F5E1-D378-0788-848184FC2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07F23E-801A-C120-1399-747F1577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15E768-EA8A-4A60-1ADB-30EF688D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9F912A-31D0-3EEE-91B8-95EBA07E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329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3D7B0-1D42-6BEE-211B-1321049C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A34DE-6167-2AD1-B6EB-8D853131F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7C8287-F4FF-DFFA-A697-1C205A5B1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7D8E24-8D07-5EBD-423F-47F2B9DD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AE9242-F52D-83D5-9F85-646A7F78E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F63DA2-2973-DB4D-2FEC-92A00C90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865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FFE1A-C22C-153F-DFFD-EF1B4C25F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5AF92D-C67D-6E9F-F496-8D8908034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8AAD62-B36A-5295-CA3D-08866926F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646EA5C-692C-FB11-25D2-CF538A6D8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1EAD33B-2201-38F1-1675-FF7F6CB4D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A913CC-2E67-5711-F338-9C0A5F71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CF183BE-D6B1-B7D3-7F99-C08AC5C6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56FEF4-914A-08BF-83E3-E1CE97E9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975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7604E-5264-1CCB-0D19-02FB97BCE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B068A5-7410-0582-139D-CBBBD22B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1B33E9A-0A81-3DA0-3628-C7940D16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407959-E349-769A-5BFC-53919ADC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872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688575-649C-B9C4-A11B-898C43A7E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3657159-35CB-723B-5D72-3744ACAA7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7D8E42-BA5B-90FC-09C8-DCE0A9202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7618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583EF-E8D6-7D19-CB83-AF3385CA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081EFF-6006-F0C0-B4BA-0796332FE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E87CB1-7262-214B-0F92-E276ED80A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D6DEAB-B0A1-F252-44CC-3C027A0BE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A9D2E3-C487-FE76-A3C4-6D4EC8D7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09E6E4-144B-982E-9A56-48EC89B0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3044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F278D-70E8-0482-305D-20EC7C27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DCE16CB-2148-48C4-B2F4-20050A45A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E9E3BD-3E24-0A0D-F6B1-B1AE43925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79EC6A-5E30-F559-98B5-1524BFD7C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E09464-B7EC-DBD3-21C6-5E746202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3FD588-71E9-59E9-00F6-BA52E0552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146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DF7FE-3C0A-E141-E03C-C7F5FBDAB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D05B19-C8D9-1CF6-8279-E8D9CDDB5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8D48A4-DE6E-D3A8-4F5C-A0E38007D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8368A8-7542-CEA8-6292-A89A203E7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3934E2-D2C3-8B29-17D2-873FBA1F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2068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826A20-7C22-77D5-3730-ABBDA2A95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2C113D-408E-C343-6E86-1CDB379A6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A1ED9B-4D4D-3875-7D59-F5B39DC3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9292B2-53A8-6451-7518-518D28C9E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876F2-CC26-93C5-2B51-12D08A1C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8538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2E6ADA2-97A6-0CEA-84F0-05161DDE9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B505CC-1654-7782-935B-5B3E3F90F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CF8B29-D060-69D4-8773-9B722DA66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BA6BD-65FD-4BF8-A4A7-5B1C39647B58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0031B6-4052-73A0-6EFF-39752DA86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483E10-712B-2099-26F2-8098596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9E171-7F4C-4303-B13C-053A912C5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966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davcassal7/Tostao_supply_optimizatio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57AFB46-A701-A791-3F25-EC369CB27973}"/>
              </a:ext>
            </a:extLst>
          </p:cNvPr>
          <p:cNvSpPr txBox="1"/>
          <p:nvPr/>
        </p:nvSpPr>
        <p:spPr>
          <a:xfrm>
            <a:off x="4915228" y="1529971"/>
            <a:ext cx="2361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spc="300" dirty="0">
                <a:solidFill>
                  <a:srgbClr val="EDAA2D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CASO DE ANÁLISIS 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5BA542-1ED3-C05E-F482-359A3D56F618}"/>
              </a:ext>
            </a:extLst>
          </p:cNvPr>
          <p:cNvSpPr txBox="1"/>
          <p:nvPr/>
        </p:nvSpPr>
        <p:spPr>
          <a:xfrm>
            <a:off x="3850676" y="1868808"/>
            <a:ext cx="43604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000" dirty="0">
                <a:latin typeface="72 Black" panose="020B0A04030603020204" pitchFamily="34" charset="0"/>
                <a:cs typeface="72 Black" panose="020B0A04030603020204" pitchFamily="34" charset="0"/>
              </a:rPr>
              <a:t>Optimización de</a:t>
            </a:r>
          </a:p>
          <a:p>
            <a:r>
              <a:rPr lang="es-MX" sz="4000" dirty="0">
                <a:solidFill>
                  <a:srgbClr val="EDAA2D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abastecimiento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6D603EE-002F-BF85-CC39-DF5C96FDA727}"/>
              </a:ext>
            </a:extLst>
          </p:cNvPr>
          <p:cNvCxnSpPr>
            <a:cxnSpLocks/>
          </p:cNvCxnSpPr>
          <p:nvPr/>
        </p:nvCxnSpPr>
        <p:spPr>
          <a:xfrm>
            <a:off x="4850147" y="3338439"/>
            <a:ext cx="2361544" cy="0"/>
          </a:xfrm>
          <a:prstGeom prst="line">
            <a:avLst/>
          </a:prstGeom>
          <a:ln w="53975">
            <a:solidFill>
              <a:srgbClr val="F5E0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6E0FC1-8B25-352A-BF0F-1E23BB5C9277}"/>
              </a:ext>
            </a:extLst>
          </p:cNvPr>
          <p:cNvSpPr txBox="1"/>
          <p:nvPr/>
        </p:nvSpPr>
        <p:spPr>
          <a:xfrm>
            <a:off x="4459015" y="3665754"/>
            <a:ext cx="3143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200" dirty="0">
                <a:solidFill>
                  <a:srgbClr val="8F8E8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Pronóstico probabilístico por SKU-Tienda</a:t>
            </a:r>
          </a:p>
          <a:p>
            <a:pPr algn="ctr"/>
            <a:r>
              <a:rPr lang="es-MX" sz="1200" dirty="0">
                <a:solidFill>
                  <a:srgbClr val="8F8E8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 decisión de pedido bajo incertidumbre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B718656-4682-1C42-918E-B0A78E13502D}"/>
              </a:ext>
            </a:extLst>
          </p:cNvPr>
          <p:cNvSpPr txBox="1"/>
          <p:nvPr/>
        </p:nvSpPr>
        <p:spPr>
          <a:xfrm>
            <a:off x="4089522" y="4462426"/>
            <a:ext cx="3882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200" dirty="0">
                <a:solidFill>
                  <a:srgbClr val="8F8E8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David Castiblanco Salgado | Presentación Ejecutiva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89120BE-53EE-E2DF-87EA-25F698B0CFBA}"/>
              </a:ext>
            </a:extLst>
          </p:cNvPr>
          <p:cNvSpPr txBox="1"/>
          <p:nvPr/>
        </p:nvSpPr>
        <p:spPr>
          <a:xfrm>
            <a:off x="3549312" y="4739425"/>
            <a:ext cx="4963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000" i="1" dirty="0">
                <a:solidFill>
                  <a:srgbClr val="8F8E8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Repositorio público: </a:t>
            </a:r>
            <a:r>
              <a:rPr lang="es-MX" sz="1000" i="1" dirty="0">
                <a:solidFill>
                  <a:srgbClr val="8F8E8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https://github.com/davcassal7/Tostao_supply_optimization</a:t>
            </a:r>
            <a:endParaRPr lang="es-MX" sz="1000" i="1" dirty="0">
              <a:solidFill>
                <a:srgbClr val="8F8E8C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/>
            <a:endParaRPr lang="es-MX" sz="1000" i="1" dirty="0">
              <a:solidFill>
                <a:srgbClr val="8F8E8C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28" name="Imagen 27" descr="Tostao Cafe y Pan">
            <a:extLst>
              <a:ext uri="{FF2B5EF4-FFF2-40B4-BE49-F238E27FC236}">
                <a16:creationId xmlns:a16="http://schemas.microsoft.com/office/drawing/2014/main" id="{EC6AADD2-4D98-29CA-28C7-987A74BE6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24575"/>
            <a:ext cx="1727210" cy="54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61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lecha: pentágono 133">
            <a:extLst>
              <a:ext uri="{FF2B5EF4-FFF2-40B4-BE49-F238E27FC236}">
                <a16:creationId xmlns:a16="http://schemas.microsoft.com/office/drawing/2014/main" id="{E391C78F-B31A-0048-9EDE-E3C4E27431C9}"/>
              </a:ext>
            </a:extLst>
          </p:cNvPr>
          <p:cNvSpPr/>
          <p:nvPr/>
        </p:nvSpPr>
        <p:spPr>
          <a:xfrm>
            <a:off x="1191491" y="3018580"/>
            <a:ext cx="3961534" cy="1343683"/>
          </a:xfrm>
          <a:prstGeom prst="homePlate">
            <a:avLst>
              <a:gd name="adj" fmla="val 26784"/>
            </a:avLst>
          </a:prstGeom>
          <a:solidFill>
            <a:srgbClr val="E5B611"/>
          </a:solidFill>
          <a:ln>
            <a:solidFill>
              <a:srgbClr val="E5B6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7" name="Flecha: pentágono 96">
            <a:extLst>
              <a:ext uri="{FF2B5EF4-FFF2-40B4-BE49-F238E27FC236}">
                <a16:creationId xmlns:a16="http://schemas.microsoft.com/office/drawing/2014/main" id="{504D2B93-6ECF-CBD4-58DD-F8408846B68F}"/>
              </a:ext>
            </a:extLst>
          </p:cNvPr>
          <p:cNvSpPr/>
          <p:nvPr/>
        </p:nvSpPr>
        <p:spPr>
          <a:xfrm>
            <a:off x="1191491" y="1445976"/>
            <a:ext cx="3961534" cy="1343683"/>
          </a:xfrm>
          <a:prstGeom prst="homePlate">
            <a:avLst>
              <a:gd name="adj" fmla="val 2678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DB8790F-369B-0C16-4555-50278F9C0F5E}"/>
              </a:ext>
            </a:extLst>
          </p:cNvPr>
          <p:cNvCxnSpPr/>
          <p:nvPr/>
        </p:nvCxnSpPr>
        <p:spPr>
          <a:xfrm>
            <a:off x="1191491" y="369455"/>
            <a:ext cx="0" cy="591127"/>
          </a:xfrm>
          <a:prstGeom prst="line">
            <a:avLst/>
          </a:prstGeom>
          <a:ln w="44450">
            <a:solidFill>
              <a:srgbClr val="EDAA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4E359D76-EA1F-85D2-265B-48CAC36DA7AF}"/>
              </a:ext>
            </a:extLst>
          </p:cNvPr>
          <p:cNvSpPr txBox="1"/>
          <p:nvPr/>
        </p:nvSpPr>
        <p:spPr>
          <a:xfrm>
            <a:off x="1274619" y="341959"/>
            <a:ext cx="9688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72" panose="020B0503030000000003" pitchFamily="34" charset="0"/>
                <a:cs typeface="72" panose="020B0503030000000003" pitchFamily="34" charset="0"/>
              </a:rPr>
              <a:t>El Reto de Negocio: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D025DF-6C0D-CCB4-8E9A-FECA808258B8}"/>
              </a:ext>
            </a:extLst>
          </p:cNvPr>
          <p:cNvSpPr txBox="1"/>
          <p:nvPr/>
        </p:nvSpPr>
        <p:spPr>
          <a:xfrm>
            <a:off x="1228435" y="986506"/>
            <a:ext cx="7557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La precisión del </a:t>
            </a:r>
            <a:r>
              <a:rPr lang="es-MX" sz="1400" b="0" i="0" dirty="0" err="1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forecast</a:t>
            </a:r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 solo genera valor cuando se convierte en una decisión de inventario.​</a:t>
            </a:r>
            <a:endParaRPr lang="es-MX" sz="3600" dirty="0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0F6B0B96-AED5-9761-0FAE-1964C41E8B28}"/>
              </a:ext>
            </a:extLst>
          </p:cNvPr>
          <p:cNvSpPr/>
          <p:nvPr/>
        </p:nvSpPr>
        <p:spPr>
          <a:xfrm>
            <a:off x="5629275" y="29913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PEDIR MENOS</a:t>
            </a:r>
            <a:endParaRPr lang="en-US" sz="1800" dirty="0"/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E9CFBFD1-3F66-EA9B-BBA1-4F483E4529B5}"/>
              </a:ext>
            </a:extLst>
          </p:cNvPr>
          <p:cNvSpPr/>
          <p:nvPr/>
        </p:nvSpPr>
        <p:spPr>
          <a:xfrm>
            <a:off x="5638904" y="3183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F"/>
                </a:solidFill>
              </a:rPr>
              <a:t>STOCKOUT</a:t>
            </a:r>
            <a:endParaRPr lang="en-US" sz="2600" dirty="0"/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194B3A73-5CDE-B105-22ED-D639B97C74DB}"/>
              </a:ext>
            </a:extLst>
          </p:cNvPr>
          <p:cNvSpPr/>
          <p:nvPr/>
        </p:nvSpPr>
        <p:spPr>
          <a:xfrm>
            <a:off x="5627993" y="3396733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Ventas no atendidas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Margen perdido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Menor nivel de servicio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8" name="Text 7">
            <a:extLst>
              <a:ext uri="{FF2B5EF4-FFF2-40B4-BE49-F238E27FC236}">
                <a16:creationId xmlns:a16="http://schemas.microsoft.com/office/drawing/2014/main" id="{3A584601-B6D4-500B-2CCA-E57B4367E42E}"/>
              </a:ext>
            </a:extLst>
          </p:cNvPr>
          <p:cNvSpPr/>
          <p:nvPr/>
        </p:nvSpPr>
        <p:spPr>
          <a:xfrm>
            <a:off x="8254573" y="29913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PEDIR MÁS</a:t>
            </a:r>
            <a:endParaRPr lang="en-US" sz="1800" dirty="0"/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61CD0F62-B82C-E9DB-8488-5C9890E966DF}"/>
              </a:ext>
            </a:extLst>
          </p:cNvPr>
          <p:cNvSpPr/>
          <p:nvPr/>
        </p:nvSpPr>
        <p:spPr>
          <a:xfrm>
            <a:off x="8300293" y="3168133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B2F"/>
                </a:solidFill>
              </a:rPr>
              <a:t>OVERSTOCK</a:t>
            </a:r>
            <a:endParaRPr lang="en-US" sz="26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C0DF1E51-C0DC-BE3E-086C-4D3A0C2A5C0B}"/>
              </a:ext>
            </a:extLst>
          </p:cNvPr>
          <p:cNvSpPr/>
          <p:nvPr/>
        </p:nvSpPr>
        <p:spPr>
          <a:xfrm>
            <a:off x="8355642" y="3395238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Almacenamiento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Capital inmovilizado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Riesgo de obsolescencia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8373EC7C-19C6-BF78-1208-31BC5E9E79EE}"/>
              </a:ext>
            </a:extLst>
          </p:cNvPr>
          <p:cNvSpPr txBox="1"/>
          <p:nvPr/>
        </p:nvSpPr>
        <p:spPr>
          <a:xfrm>
            <a:off x="2123210" y="1707989"/>
            <a:ext cx="32099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>
                <a:solidFill>
                  <a:srgbClr val="EDAA2D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Situación</a:t>
            </a:r>
          </a:p>
        </p:txBody>
      </p: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C25D0C20-C8E4-7F08-B9C4-064EFD011B13}"/>
              </a:ext>
            </a:extLst>
          </p:cNvPr>
          <p:cNvGrpSpPr/>
          <p:nvPr/>
        </p:nvGrpSpPr>
        <p:grpSpPr>
          <a:xfrm>
            <a:off x="1409700" y="1718465"/>
            <a:ext cx="713510" cy="707886"/>
            <a:chOff x="1326574" y="1644157"/>
            <a:chExt cx="713510" cy="707886"/>
          </a:xfrm>
        </p:grpSpPr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F22DAB45-5111-FF07-E6D4-9F01D76738BF}"/>
                </a:ext>
              </a:extLst>
            </p:cNvPr>
            <p:cNvGrpSpPr/>
            <p:nvPr/>
          </p:nvGrpSpPr>
          <p:grpSpPr>
            <a:xfrm>
              <a:off x="1326574" y="1644157"/>
              <a:ext cx="713510" cy="707886"/>
              <a:chOff x="1326574" y="1644157"/>
              <a:chExt cx="713510" cy="707886"/>
            </a:xfrm>
          </p:grpSpPr>
          <p:sp>
            <p:nvSpPr>
              <p:cNvPr id="103" name="Elipse 102">
                <a:extLst>
                  <a:ext uri="{FF2B5EF4-FFF2-40B4-BE49-F238E27FC236}">
                    <a16:creationId xmlns:a16="http://schemas.microsoft.com/office/drawing/2014/main" id="{BD3A376C-B60B-9B78-390E-959183082FE4}"/>
                  </a:ext>
                </a:extLst>
              </p:cNvPr>
              <p:cNvSpPr/>
              <p:nvPr/>
            </p:nvSpPr>
            <p:spPr>
              <a:xfrm>
                <a:off x="1326574" y="1644157"/>
                <a:ext cx="713510" cy="707886"/>
              </a:xfrm>
              <a:prstGeom prst="ellipse">
                <a:avLst/>
              </a:prstGeom>
              <a:noFill/>
              <a:ln w="12700">
                <a:solidFill>
                  <a:srgbClr val="E5B611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105" name="Elipse 104">
                <a:extLst>
                  <a:ext uri="{FF2B5EF4-FFF2-40B4-BE49-F238E27FC236}">
                    <a16:creationId xmlns:a16="http://schemas.microsoft.com/office/drawing/2014/main" id="{0F5E60F5-47C2-0A93-1FE7-5A23ED226AA2}"/>
                  </a:ext>
                </a:extLst>
              </p:cNvPr>
              <p:cNvSpPr/>
              <p:nvPr/>
            </p:nvSpPr>
            <p:spPr>
              <a:xfrm>
                <a:off x="1402774" y="1720357"/>
                <a:ext cx="561110" cy="5554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pic>
          <p:nvPicPr>
            <p:cNvPr id="112" name="Gráfico 111" descr="Newspaper con relleno sólido">
              <a:extLst>
                <a:ext uri="{FF2B5EF4-FFF2-40B4-BE49-F238E27FC236}">
                  <a16:creationId xmlns:a16="http://schemas.microsoft.com/office/drawing/2014/main" id="{1FD1EE5B-1FB8-886E-4D41-4FC13CA198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01488" y="1816259"/>
              <a:ext cx="363681" cy="363681"/>
            </a:xfrm>
            <a:prstGeom prst="rect">
              <a:avLst/>
            </a:prstGeom>
          </p:spPr>
        </p:pic>
      </p:grp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FA88712E-1A1E-BC34-5572-56BEAE5AFCA6}"/>
              </a:ext>
            </a:extLst>
          </p:cNvPr>
          <p:cNvSpPr txBox="1"/>
          <p:nvPr/>
        </p:nvSpPr>
        <p:spPr>
          <a:xfrm>
            <a:off x="2123210" y="3338620"/>
            <a:ext cx="32099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>
                <a:latin typeface="72 Black" panose="020B0A04030603020204" pitchFamily="34" charset="0"/>
                <a:cs typeface="72 Black" panose="020B0A04030603020204" pitchFamily="34" charset="0"/>
              </a:rPr>
              <a:t>Reto</a:t>
            </a:r>
          </a:p>
        </p:txBody>
      </p:sp>
      <p:sp>
        <p:nvSpPr>
          <p:cNvPr id="122" name="Flecha: pentágono 121">
            <a:extLst>
              <a:ext uri="{FF2B5EF4-FFF2-40B4-BE49-F238E27FC236}">
                <a16:creationId xmlns:a16="http://schemas.microsoft.com/office/drawing/2014/main" id="{D9BB9689-CA3C-9823-D688-4A515FC16970}"/>
              </a:ext>
            </a:extLst>
          </p:cNvPr>
          <p:cNvSpPr/>
          <p:nvPr/>
        </p:nvSpPr>
        <p:spPr>
          <a:xfrm>
            <a:off x="1191491" y="4623064"/>
            <a:ext cx="3961534" cy="1343683"/>
          </a:xfrm>
          <a:prstGeom prst="homePlate">
            <a:avLst>
              <a:gd name="adj" fmla="val 26784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9DD02AC0-D21A-17B0-0FD4-C4D40BC61C79}"/>
              </a:ext>
            </a:extLst>
          </p:cNvPr>
          <p:cNvSpPr txBox="1"/>
          <p:nvPr/>
        </p:nvSpPr>
        <p:spPr>
          <a:xfrm>
            <a:off x="2047010" y="4930908"/>
            <a:ext cx="32099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>
                <a:solidFill>
                  <a:srgbClr val="666666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Objetivo</a:t>
            </a:r>
          </a:p>
        </p:txBody>
      </p: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DE87DF0C-2734-9F5E-B455-66FF7A3509D1}"/>
              </a:ext>
            </a:extLst>
          </p:cNvPr>
          <p:cNvGrpSpPr/>
          <p:nvPr/>
        </p:nvGrpSpPr>
        <p:grpSpPr>
          <a:xfrm>
            <a:off x="1409700" y="3349096"/>
            <a:ext cx="713510" cy="707886"/>
            <a:chOff x="1333500" y="2820978"/>
            <a:chExt cx="713510" cy="707886"/>
          </a:xfrm>
        </p:grpSpPr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576A7BC1-5C7B-6C1C-EA9A-2444586C1D27}"/>
                </a:ext>
              </a:extLst>
            </p:cNvPr>
            <p:cNvGrpSpPr/>
            <p:nvPr/>
          </p:nvGrpSpPr>
          <p:grpSpPr>
            <a:xfrm>
              <a:off x="1333500" y="2820978"/>
              <a:ext cx="713510" cy="707886"/>
              <a:chOff x="1326574" y="1644157"/>
              <a:chExt cx="713510" cy="707886"/>
            </a:xfrm>
          </p:grpSpPr>
          <p:sp>
            <p:nvSpPr>
              <p:cNvPr id="120" name="Elipse 119">
                <a:extLst>
                  <a:ext uri="{FF2B5EF4-FFF2-40B4-BE49-F238E27FC236}">
                    <a16:creationId xmlns:a16="http://schemas.microsoft.com/office/drawing/2014/main" id="{FEA452AD-938D-99B5-32F7-23B933425F29}"/>
                  </a:ext>
                </a:extLst>
              </p:cNvPr>
              <p:cNvSpPr/>
              <p:nvPr/>
            </p:nvSpPr>
            <p:spPr>
              <a:xfrm>
                <a:off x="1326574" y="1644157"/>
                <a:ext cx="713510" cy="707886"/>
              </a:xfrm>
              <a:prstGeom prst="ellipse">
                <a:avLst/>
              </a:prstGeom>
              <a:noFill/>
              <a:ln w="12700">
                <a:solidFill>
                  <a:srgbClr val="E5B611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121" name="Elipse 120">
                <a:extLst>
                  <a:ext uri="{FF2B5EF4-FFF2-40B4-BE49-F238E27FC236}">
                    <a16:creationId xmlns:a16="http://schemas.microsoft.com/office/drawing/2014/main" id="{6E9E2B11-E2E6-CC72-E0E4-C8C3554A9264}"/>
                  </a:ext>
                </a:extLst>
              </p:cNvPr>
              <p:cNvSpPr/>
              <p:nvPr/>
            </p:nvSpPr>
            <p:spPr>
              <a:xfrm>
                <a:off x="1402774" y="1720357"/>
                <a:ext cx="561110" cy="5554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pic>
          <p:nvPicPr>
            <p:cNvPr id="12" name="Gráfico 11" descr="Warning con relleno sólido">
              <a:extLst>
                <a:ext uri="{FF2B5EF4-FFF2-40B4-BE49-F238E27FC236}">
                  <a16:creationId xmlns:a16="http://schemas.microsoft.com/office/drawing/2014/main" id="{D6694433-FF5E-BFBC-A2AB-9896D83D3E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08413" y="2977764"/>
              <a:ext cx="363681" cy="363681"/>
            </a:xfrm>
            <a:prstGeom prst="rect">
              <a:avLst/>
            </a:prstGeom>
          </p:spPr>
        </p:pic>
      </p:grp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CBD54A33-63E8-A4A3-F00E-FE2C96F3B271}"/>
              </a:ext>
            </a:extLst>
          </p:cNvPr>
          <p:cNvGrpSpPr/>
          <p:nvPr/>
        </p:nvGrpSpPr>
        <p:grpSpPr>
          <a:xfrm>
            <a:off x="1333500" y="4941384"/>
            <a:ext cx="713510" cy="707886"/>
            <a:chOff x="1333500" y="3990241"/>
            <a:chExt cx="713510" cy="707886"/>
          </a:xfrm>
        </p:grpSpPr>
        <p:grpSp>
          <p:nvGrpSpPr>
            <p:cNvPr id="125" name="Grupo 124">
              <a:extLst>
                <a:ext uri="{FF2B5EF4-FFF2-40B4-BE49-F238E27FC236}">
                  <a16:creationId xmlns:a16="http://schemas.microsoft.com/office/drawing/2014/main" id="{6773C357-45A9-923A-9B97-F0BD4AA74A79}"/>
                </a:ext>
              </a:extLst>
            </p:cNvPr>
            <p:cNvGrpSpPr/>
            <p:nvPr/>
          </p:nvGrpSpPr>
          <p:grpSpPr>
            <a:xfrm>
              <a:off x="1333500" y="3990241"/>
              <a:ext cx="713510" cy="707886"/>
              <a:chOff x="1326574" y="1644157"/>
              <a:chExt cx="713510" cy="707886"/>
            </a:xfrm>
          </p:grpSpPr>
          <p:sp>
            <p:nvSpPr>
              <p:cNvPr id="127" name="Elipse 126">
                <a:extLst>
                  <a:ext uri="{FF2B5EF4-FFF2-40B4-BE49-F238E27FC236}">
                    <a16:creationId xmlns:a16="http://schemas.microsoft.com/office/drawing/2014/main" id="{B07B47C8-7C0F-25E0-BBEF-33D87C60F48E}"/>
                  </a:ext>
                </a:extLst>
              </p:cNvPr>
              <p:cNvSpPr/>
              <p:nvPr/>
            </p:nvSpPr>
            <p:spPr>
              <a:xfrm>
                <a:off x="1326574" y="1644157"/>
                <a:ext cx="713510" cy="707886"/>
              </a:xfrm>
              <a:prstGeom prst="ellipse">
                <a:avLst/>
              </a:prstGeom>
              <a:noFill/>
              <a:ln w="12700">
                <a:solidFill>
                  <a:srgbClr val="E5B611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128" name="Elipse 127">
                <a:extLst>
                  <a:ext uri="{FF2B5EF4-FFF2-40B4-BE49-F238E27FC236}">
                    <a16:creationId xmlns:a16="http://schemas.microsoft.com/office/drawing/2014/main" id="{6B3722B7-BC69-AE7A-C05A-E80869431E8F}"/>
                  </a:ext>
                </a:extLst>
              </p:cNvPr>
              <p:cNvSpPr/>
              <p:nvPr/>
            </p:nvSpPr>
            <p:spPr>
              <a:xfrm>
                <a:off x="1402774" y="1720357"/>
                <a:ext cx="561110" cy="5554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</p:grpSp>
        <p:pic>
          <p:nvPicPr>
            <p:cNvPr id="131" name="Gráfico 130" descr="Bullseye con relleno sólido">
              <a:extLst>
                <a:ext uri="{FF2B5EF4-FFF2-40B4-BE49-F238E27FC236}">
                  <a16:creationId xmlns:a16="http://schemas.microsoft.com/office/drawing/2014/main" id="{14F191E5-C254-DC23-1CAB-26AA3B0240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08413" y="4162343"/>
              <a:ext cx="363681" cy="363681"/>
            </a:xfrm>
            <a:prstGeom prst="rect">
              <a:avLst/>
            </a:prstGeom>
          </p:spPr>
        </p:pic>
      </p:grp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BB2BFA08-C84A-529F-5A83-BCA8DBF38C19}"/>
              </a:ext>
            </a:extLst>
          </p:cNvPr>
          <p:cNvSpPr txBox="1"/>
          <p:nvPr/>
        </p:nvSpPr>
        <p:spPr>
          <a:xfrm>
            <a:off x="5629275" y="1793874"/>
            <a:ext cx="5503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100" spc="300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PREDECIR LA DEMANDA NO ES SUFICIENTE, ESO SOLO ES LA MITAD DE LA BATALLA</a:t>
            </a:r>
          </a:p>
        </p:txBody>
      </p: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7653E3C7-BA50-2995-54BD-D58E248111DE}"/>
              </a:ext>
            </a:extLst>
          </p:cNvPr>
          <p:cNvCxnSpPr>
            <a:cxnSpLocks/>
          </p:cNvCxnSpPr>
          <p:nvPr/>
        </p:nvCxnSpPr>
        <p:spPr>
          <a:xfrm>
            <a:off x="8257123" y="2989208"/>
            <a:ext cx="0" cy="1358541"/>
          </a:xfrm>
          <a:prstGeom prst="line">
            <a:avLst/>
          </a:prstGeom>
          <a:ln w="381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 3">
            <a:extLst>
              <a:ext uri="{FF2B5EF4-FFF2-40B4-BE49-F238E27FC236}">
                <a16:creationId xmlns:a16="http://schemas.microsoft.com/office/drawing/2014/main" id="{2B41D55A-312C-1C85-CECC-C7513EE4A7A7}"/>
              </a:ext>
            </a:extLst>
          </p:cNvPr>
          <p:cNvSpPr/>
          <p:nvPr/>
        </p:nvSpPr>
        <p:spPr>
          <a:xfrm>
            <a:off x="5542407" y="47813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OPTIMIZACIÓN</a:t>
            </a:r>
            <a:endParaRPr lang="en-US" sz="1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4" name="Text 5">
            <a:extLst>
              <a:ext uri="{FF2B5EF4-FFF2-40B4-BE49-F238E27FC236}">
                <a16:creationId xmlns:a16="http://schemas.microsoft.com/office/drawing/2014/main" id="{A18CBF42-DD8F-999B-B1F2-05DF534276C7}"/>
              </a:ext>
            </a:extLst>
          </p:cNvPr>
          <p:cNvSpPr/>
          <p:nvPr/>
        </p:nvSpPr>
        <p:spPr>
          <a:xfrm>
            <a:off x="5771007" y="4716502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Minimizar</a:t>
            </a:r>
            <a:r>
              <a:rPr lang="en-US" sz="12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el </a:t>
            </a:r>
            <a:r>
              <a:rPr lang="en-US" sz="1200" dirty="0" err="1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costo</a:t>
            </a:r>
            <a:r>
              <a:rPr lang="en-US" sz="12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total </a:t>
            </a:r>
            <a:r>
              <a:rPr lang="en-US" sz="1200" dirty="0" err="1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esperado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146" name="Gráfico 145" descr="Caret Right con relleno sólido">
            <a:extLst>
              <a:ext uri="{FF2B5EF4-FFF2-40B4-BE49-F238E27FC236}">
                <a16:creationId xmlns:a16="http://schemas.microsoft.com/office/drawing/2014/main" id="{3B26036A-36FE-E45F-6939-5BE87949F0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3464" y="4820053"/>
            <a:ext cx="914400" cy="914400"/>
          </a:xfrm>
          <a:prstGeom prst="rect">
            <a:avLst/>
          </a:prstGeom>
        </p:spPr>
      </p:pic>
      <p:sp>
        <p:nvSpPr>
          <p:cNvPr id="148" name="Text 5">
            <a:extLst>
              <a:ext uri="{FF2B5EF4-FFF2-40B4-BE49-F238E27FC236}">
                <a16:creationId xmlns:a16="http://schemas.microsoft.com/office/drawing/2014/main" id="{24B0906E-FC2D-1D33-7BF8-B634FCB1EE5A}"/>
              </a:ext>
            </a:extLst>
          </p:cNvPr>
          <p:cNvSpPr/>
          <p:nvPr/>
        </p:nvSpPr>
        <p:spPr>
          <a:xfrm>
            <a:off x="8526417" y="4732307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Recomendar el pedido semanal por SKU-Tienda usando incertidumbre y economía unitaria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02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73878-D460-1EA1-AD19-1C2112D52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E68DCF3-1033-0AE7-3FAC-F703691C7E10}"/>
              </a:ext>
            </a:extLst>
          </p:cNvPr>
          <p:cNvCxnSpPr/>
          <p:nvPr/>
        </p:nvCxnSpPr>
        <p:spPr>
          <a:xfrm>
            <a:off x="1191491" y="369455"/>
            <a:ext cx="0" cy="591127"/>
          </a:xfrm>
          <a:prstGeom prst="line">
            <a:avLst/>
          </a:prstGeom>
          <a:ln w="44450">
            <a:solidFill>
              <a:srgbClr val="E5B6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E09ECE60-835A-CC12-74E9-0AD0730828FA}"/>
              </a:ext>
            </a:extLst>
          </p:cNvPr>
          <p:cNvSpPr txBox="1"/>
          <p:nvPr/>
        </p:nvSpPr>
        <p:spPr>
          <a:xfrm>
            <a:off x="1274619" y="341959"/>
            <a:ext cx="9688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72" panose="020B0503030000000003" pitchFamily="34" charset="0"/>
                <a:cs typeface="72" panose="020B0503030000000003" pitchFamily="34" charset="0"/>
              </a:rPr>
              <a:t>Datos Disponibles y Alcance</a:t>
            </a: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C67E2AA3-89A7-F3D0-6C12-F7601EE4BB98}"/>
              </a:ext>
            </a:extLst>
          </p:cNvPr>
          <p:cNvGrpSpPr/>
          <p:nvPr/>
        </p:nvGrpSpPr>
        <p:grpSpPr>
          <a:xfrm>
            <a:off x="1191491" y="1569020"/>
            <a:ext cx="2050472" cy="1089891"/>
            <a:chOff x="1191491" y="1302320"/>
            <a:chExt cx="2050472" cy="1089891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6B1A24C2-10DA-BC5D-1910-5149BBF55DE4}"/>
                </a:ext>
              </a:extLst>
            </p:cNvPr>
            <p:cNvSpPr/>
            <p:nvPr/>
          </p:nvSpPr>
          <p:spPr>
            <a:xfrm>
              <a:off x="1191491" y="1302320"/>
              <a:ext cx="2050472" cy="1089891"/>
            </a:xfrm>
            <a:prstGeom prst="roundRect">
              <a:avLst>
                <a:gd name="adj" fmla="val 10735"/>
              </a:avLst>
            </a:prstGeom>
            <a:solidFill>
              <a:srgbClr val="EDAA2D"/>
            </a:solidFill>
            <a:ln w="9525">
              <a:solidFill>
                <a:srgbClr val="EDAA2D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>
                <a:solidFill>
                  <a:schemeClr val="tx1"/>
                </a:solidFill>
              </a:endParaRP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F8B0C945-6551-2E2C-5A4A-A4CC0ADACA12}"/>
                </a:ext>
              </a:extLst>
            </p:cNvPr>
            <p:cNvSpPr txBox="1"/>
            <p:nvPr/>
          </p:nvSpPr>
          <p:spPr>
            <a:xfrm>
              <a:off x="1886943" y="1346339"/>
              <a:ext cx="6110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>
                  <a:solidFill>
                    <a:schemeClr val="bg1"/>
                  </a:solidFill>
                  <a:latin typeface="72 Black" panose="020B0A04030603020204" pitchFamily="34" charset="0"/>
                  <a:cs typeface="72 Black" panose="020B0A04030603020204" pitchFamily="34" charset="0"/>
                </a:rPr>
                <a:t>13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4B7835C4-EE84-FE5D-470C-918DCA1B7097}"/>
                </a:ext>
              </a:extLst>
            </p:cNvPr>
            <p:cNvSpPr txBox="1"/>
            <p:nvPr/>
          </p:nvSpPr>
          <p:spPr>
            <a:xfrm>
              <a:off x="1776335" y="1816717"/>
              <a:ext cx="8322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100" dirty="0">
                  <a:solidFill>
                    <a:schemeClr val="bg1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SEMANAS</a:t>
              </a:r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1FC27A1F-0A75-487F-2FDB-F91132A1134A}"/>
                </a:ext>
              </a:extLst>
            </p:cNvPr>
            <p:cNvSpPr txBox="1"/>
            <p:nvPr/>
          </p:nvSpPr>
          <p:spPr>
            <a:xfrm>
              <a:off x="1573966" y="2075538"/>
              <a:ext cx="125226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800" dirty="0">
                  <a:solidFill>
                    <a:schemeClr val="bg1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01-ene a 31 ma3 2024</a:t>
              </a:r>
            </a:p>
          </p:txBody>
        </p:sp>
      </p:grp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3256406-F04C-330C-C856-08E9DE1BB1B0}"/>
              </a:ext>
            </a:extLst>
          </p:cNvPr>
          <p:cNvSpPr/>
          <p:nvPr/>
        </p:nvSpPr>
        <p:spPr>
          <a:xfrm>
            <a:off x="3722829" y="1569020"/>
            <a:ext cx="2050471" cy="1089891"/>
          </a:xfrm>
          <a:prstGeom prst="roundRect">
            <a:avLst>
              <a:gd name="adj" fmla="val 10735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888DD3E-42C5-D358-66CA-161DE95949FC}"/>
              </a:ext>
            </a:extLst>
          </p:cNvPr>
          <p:cNvSpPr/>
          <p:nvPr/>
        </p:nvSpPr>
        <p:spPr>
          <a:xfrm>
            <a:off x="6254166" y="1569021"/>
            <a:ext cx="2050470" cy="1089891"/>
          </a:xfrm>
          <a:prstGeom prst="roundRect">
            <a:avLst>
              <a:gd name="adj" fmla="val 10735"/>
            </a:avLst>
          </a:prstGeom>
          <a:noFill/>
          <a:ln w="9525">
            <a:solidFill>
              <a:srgbClr val="CCCCCC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4BA6599-E584-9D1F-2DFB-CED26C9721F8}"/>
              </a:ext>
            </a:extLst>
          </p:cNvPr>
          <p:cNvSpPr/>
          <p:nvPr/>
        </p:nvSpPr>
        <p:spPr>
          <a:xfrm>
            <a:off x="8785502" y="1569020"/>
            <a:ext cx="2050472" cy="1089891"/>
          </a:xfrm>
          <a:prstGeom prst="roundRect">
            <a:avLst>
              <a:gd name="adj" fmla="val 10735"/>
            </a:avLst>
          </a:prstGeom>
          <a:noFill/>
          <a:ln w="9525">
            <a:solidFill>
              <a:srgbClr val="CCCCCC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Gráfico 11" descr="Warning con relleno sólido">
            <a:extLst>
              <a:ext uri="{FF2B5EF4-FFF2-40B4-BE49-F238E27FC236}">
                <a16:creationId xmlns:a16="http://schemas.microsoft.com/office/drawing/2014/main" id="{62875601-4550-3957-A3C8-88800DE1F1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2205" y="5951580"/>
            <a:ext cx="338553" cy="3385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CE13E98-0D39-1574-F8E2-EDE24D313A33}"/>
              </a:ext>
            </a:extLst>
          </p:cNvPr>
          <p:cNvSpPr txBox="1"/>
          <p:nvPr/>
        </p:nvSpPr>
        <p:spPr>
          <a:xfrm>
            <a:off x="1228435" y="986506"/>
            <a:ext cx="75570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Un horizonte corto exige un modelo global, y simple, validado sobre semanas futuras</a:t>
            </a:r>
          </a:p>
          <a:p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​</a:t>
            </a:r>
            <a:endParaRPr lang="es-MX" sz="36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5851525-759E-2859-9588-6503D08E59B6}"/>
              </a:ext>
            </a:extLst>
          </p:cNvPr>
          <p:cNvSpPr txBox="1"/>
          <p:nvPr/>
        </p:nvSpPr>
        <p:spPr>
          <a:xfrm>
            <a:off x="4489454" y="1613039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4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0F523C8-A7A5-E26C-D058-1AF341A74473}"/>
              </a:ext>
            </a:extLst>
          </p:cNvPr>
          <p:cNvSpPr txBox="1"/>
          <p:nvPr/>
        </p:nvSpPr>
        <p:spPr>
          <a:xfrm>
            <a:off x="4297895" y="2073045"/>
            <a:ext cx="7809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FUENTES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C4C06AB-9347-2F2B-1593-A975C0765C27}"/>
              </a:ext>
            </a:extLst>
          </p:cNvPr>
          <p:cNvSpPr txBox="1"/>
          <p:nvPr/>
        </p:nvSpPr>
        <p:spPr>
          <a:xfrm>
            <a:off x="3758805" y="2382560"/>
            <a:ext cx="2016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8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ventas, inventario, producto y tiendas</a:t>
            </a:r>
          </a:p>
          <a:p>
            <a:endParaRPr lang="es-MX" sz="8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4C9A941-B74C-4217-94C8-746CB164C434}"/>
              </a:ext>
            </a:extLst>
          </p:cNvPr>
          <p:cNvSpPr txBox="1"/>
          <p:nvPr/>
        </p:nvSpPr>
        <p:spPr>
          <a:xfrm>
            <a:off x="7080468" y="1613039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latin typeface="72 Black" panose="020B0A04030603020204" pitchFamily="34" charset="0"/>
                <a:cs typeface="72 Black" panose="020B0A04030603020204" pitchFamily="34" charset="0"/>
              </a:rPr>
              <a:t>1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6C82B64-916E-785E-8E92-B1C480AEE096}"/>
              </a:ext>
            </a:extLst>
          </p:cNvPr>
          <p:cNvSpPr txBox="1"/>
          <p:nvPr/>
        </p:nvSpPr>
        <p:spPr>
          <a:xfrm>
            <a:off x="6907337" y="2073045"/>
            <a:ext cx="7553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SEMANA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0F5A688-AFBA-B0D4-ACE9-9AA509F3EBAA}"/>
              </a:ext>
            </a:extLst>
          </p:cNvPr>
          <p:cNvSpPr txBox="1"/>
          <p:nvPr/>
        </p:nvSpPr>
        <p:spPr>
          <a:xfrm>
            <a:off x="6716346" y="2342238"/>
            <a:ext cx="13548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Horizonte de pronóstico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3B0AFA3-D3D4-D8B9-3DFD-4ECA5766F90C}"/>
              </a:ext>
            </a:extLst>
          </p:cNvPr>
          <p:cNvSpPr txBox="1"/>
          <p:nvPr/>
        </p:nvSpPr>
        <p:spPr>
          <a:xfrm>
            <a:off x="8839181" y="1648057"/>
            <a:ext cx="1984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b="1" dirty="0">
                <a:latin typeface="72" panose="020B0503030000000003" pitchFamily="34" charset="0"/>
                <a:cs typeface="72" panose="020B0503030000000003" pitchFamily="34" charset="0"/>
              </a:rPr>
              <a:t>SKU- Tienda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19104F8-EEFA-B7F3-3F4D-63438270FFE2}"/>
              </a:ext>
            </a:extLst>
          </p:cNvPr>
          <p:cNvSpPr txBox="1"/>
          <p:nvPr/>
        </p:nvSpPr>
        <p:spPr>
          <a:xfrm>
            <a:off x="9196650" y="2073045"/>
            <a:ext cx="12698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GRANULARIDAD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DD9A724-E524-732C-167D-60CD3F712EC4}"/>
              </a:ext>
            </a:extLst>
          </p:cNvPr>
          <p:cNvSpPr txBox="1"/>
          <p:nvPr/>
        </p:nvSpPr>
        <p:spPr>
          <a:xfrm>
            <a:off x="9004291" y="2342238"/>
            <a:ext cx="16546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Una decisión por combinación</a:t>
            </a:r>
          </a:p>
        </p:txBody>
      </p:sp>
      <p:sp>
        <p:nvSpPr>
          <p:cNvPr id="85" name="Shape 18">
            <a:extLst>
              <a:ext uri="{FF2B5EF4-FFF2-40B4-BE49-F238E27FC236}">
                <a16:creationId xmlns:a16="http://schemas.microsoft.com/office/drawing/2014/main" id="{1A0483FE-37C8-068E-6F11-51C91403C820}"/>
              </a:ext>
            </a:extLst>
          </p:cNvPr>
          <p:cNvSpPr/>
          <p:nvPr/>
        </p:nvSpPr>
        <p:spPr>
          <a:xfrm>
            <a:off x="640080" y="3200400"/>
            <a:ext cx="34930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87" name="Shape 19">
            <a:extLst>
              <a:ext uri="{FF2B5EF4-FFF2-40B4-BE49-F238E27FC236}">
                <a16:creationId xmlns:a16="http://schemas.microsoft.com/office/drawing/2014/main" id="{BE8E7B02-F367-867F-DD5F-4195D45AD769}"/>
              </a:ext>
            </a:extLst>
          </p:cNvPr>
          <p:cNvSpPr/>
          <p:nvPr/>
        </p:nvSpPr>
        <p:spPr>
          <a:xfrm>
            <a:off x="640080" y="3200400"/>
            <a:ext cx="73152" cy="2103120"/>
          </a:xfrm>
          <a:prstGeom prst="rect">
            <a:avLst/>
          </a:prstGeom>
          <a:solidFill>
            <a:srgbClr val="EDAA2D"/>
          </a:solidFill>
          <a:ln w="12700">
            <a:solidFill>
              <a:srgbClr val="EDAA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9" name="Text 20">
            <a:extLst>
              <a:ext uri="{FF2B5EF4-FFF2-40B4-BE49-F238E27FC236}">
                <a16:creationId xmlns:a16="http://schemas.microsoft.com/office/drawing/2014/main" id="{CA4E0C07-EC25-49F0-FF71-5A6C731B08E1}"/>
              </a:ext>
            </a:extLst>
          </p:cNvPr>
          <p:cNvSpPr/>
          <p:nvPr/>
        </p:nvSpPr>
        <p:spPr>
          <a:xfrm>
            <a:off x="896112" y="340156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Ventas históricas</a:t>
            </a:r>
            <a:endParaRPr lang="en-US" sz="1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1" name="Text 21">
            <a:extLst>
              <a:ext uri="{FF2B5EF4-FFF2-40B4-BE49-F238E27FC236}">
                <a16:creationId xmlns:a16="http://schemas.microsoft.com/office/drawing/2014/main" id="{D00CBA74-B6CC-B483-2653-E4F3CF187CA9}"/>
              </a:ext>
            </a:extLst>
          </p:cNvPr>
          <p:cNvSpPr/>
          <p:nvPr/>
        </p:nvSpPr>
        <p:spPr>
          <a:xfrm>
            <a:off x="896112" y="3858768"/>
            <a:ext cx="305409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fecha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id_tienda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id_producto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unidades_vendidas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3" name="Shape 22">
            <a:extLst>
              <a:ext uri="{FF2B5EF4-FFF2-40B4-BE49-F238E27FC236}">
                <a16:creationId xmlns:a16="http://schemas.microsoft.com/office/drawing/2014/main" id="{A30A230C-9F38-3EE5-7C71-C5D4261C5C31}"/>
              </a:ext>
            </a:extLst>
          </p:cNvPr>
          <p:cNvSpPr/>
          <p:nvPr/>
        </p:nvSpPr>
        <p:spPr>
          <a:xfrm>
            <a:off x="4352544" y="3200400"/>
            <a:ext cx="34930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95" name="Shape 23">
            <a:extLst>
              <a:ext uri="{FF2B5EF4-FFF2-40B4-BE49-F238E27FC236}">
                <a16:creationId xmlns:a16="http://schemas.microsoft.com/office/drawing/2014/main" id="{8A02C0C0-32F8-0A15-3091-9AAC5AEE94A2}"/>
              </a:ext>
            </a:extLst>
          </p:cNvPr>
          <p:cNvSpPr/>
          <p:nvPr/>
        </p:nvSpPr>
        <p:spPr>
          <a:xfrm>
            <a:off x="4352544" y="3200400"/>
            <a:ext cx="73152" cy="21031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7" name="Text 24">
            <a:extLst>
              <a:ext uri="{FF2B5EF4-FFF2-40B4-BE49-F238E27FC236}">
                <a16:creationId xmlns:a16="http://schemas.microsoft.com/office/drawing/2014/main" id="{59929756-CB17-E914-C25C-3462BC4D1F4F}"/>
              </a:ext>
            </a:extLst>
          </p:cNvPr>
          <p:cNvSpPr/>
          <p:nvPr/>
        </p:nvSpPr>
        <p:spPr>
          <a:xfrm>
            <a:off x="4608576" y="340156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Producto e inventario</a:t>
            </a:r>
            <a:endParaRPr lang="en-US" sz="1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9" name="Text 25">
            <a:extLst>
              <a:ext uri="{FF2B5EF4-FFF2-40B4-BE49-F238E27FC236}">
                <a16:creationId xmlns:a16="http://schemas.microsoft.com/office/drawing/2014/main" id="{E5C86E7E-E869-B2E9-AF5C-3F8C82DD77B4}"/>
              </a:ext>
            </a:extLst>
          </p:cNvPr>
          <p:cNvSpPr/>
          <p:nvPr/>
        </p:nvSpPr>
        <p:spPr>
          <a:xfrm>
            <a:off x="4608576" y="3858768"/>
            <a:ext cx="305409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Nombre y </a:t>
            </a:r>
            <a:r>
              <a:rPr lang="en-US" sz="1150" dirty="0" err="1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Categoría</a:t>
            </a:r>
            <a:endParaRPr lang="en-US" sz="1150" dirty="0">
              <a:solidFill>
                <a:srgbClr val="617085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150" dirty="0" err="1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Precio</a:t>
            </a:r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y Costo </a:t>
            </a:r>
            <a:r>
              <a:rPr lang="en-US" sz="1150" dirty="0" err="1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Unitario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Costo de </a:t>
            </a:r>
            <a:r>
              <a:rPr lang="en-US" sz="1150" dirty="0" err="1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Almacenamiento</a:t>
            </a:r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150" dirty="0" err="1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Semanal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Stock Actual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1" name="Shape 26">
            <a:extLst>
              <a:ext uri="{FF2B5EF4-FFF2-40B4-BE49-F238E27FC236}">
                <a16:creationId xmlns:a16="http://schemas.microsoft.com/office/drawing/2014/main" id="{9DC6C349-731B-0288-448D-35A854F7677C}"/>
              </a:ext>
            </a:extLst>
          </p:cNvPr>
          <p:cNvSpPr/>
          <p:nvPr/>
        </p:nvSpPr>
        <p:spPr>
          <a:xfrm>
            <a:off x="8065008" y="3200400"/>
            <a:ext cx="34930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103" name="Shape 27">
            <a:extLst>
              <a:ext uri="{FF2B5EF4-FFF2-40B4-BE49-F238E27FC236}">
                <a16:creationId xmlns:a16="http://schemas.microsoft.com/office/drawing/2014/main" id="{144042C8-2F03-C22D-17A0-A73820C7EFB5}"/>
              </a:ext>
            </a:extLst>
          </p:cNvPr>
          <p:cNvSpPr/>
          <p:nvPr/>
        </p:nvSpPr>
        <p:spPr>
          <a:xfrm>
            <a:off x="8065008" y="3200400"/>
            <a:ext cx="73152" cy="210312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5" name="Text 28">
            <a:extLst>
              <a:ext uri="{FF2B5EF4-FFF2-40B4-BE49-F238E27FC236}">
                <a16:creationId xmlns:a16="http://schemas.microsoft.com/office/drawing/2014/main" id="{ECB9A136-C075-5958-F4E2-27A5A54100ED}"/>
              </a:ext>
            </a:extLst>
          </p:cNvPr>
          <p:cNvSpPr/>
          <p:nvPr/>
        </p:nvSpPr>
        <p:spPr>
          <a:xfrm>
            <a:off x="8321040" y="340156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Contexto de tienda</a:t>
            </a:r>
            <a:endParaRPr lang="en-US" sz="1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7" name="Text 29">
            <a:extLst>
              <a:ext uri="{FF2B5EF4-FFF2-40B4-BE49-F238E27FC236}">
                <a16:creationId xmlns:a16="http://schemas.microsoft.com/office/drawing/2014/main" id="{5E27AAAD-223C-CD12-880A-49534BCA2843}"/>
              </a:ext>
            </a:extLst>
          </p:cNvPr>
          <p:cNvSpPr/>
          <p:nvPr/>
        </p:nvSpPr>
        <p:spPr>
          <a:xfrm>
            <a:off x="8321040" y="3858768"/>
            <a:ext cx="305409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ciudad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tamaño </a:t>
            </a:r>
            <a:r>
              <a:rPr lang="en-US" sz="1150" dirty="0" err="1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</a:t>
            </a:r>
            <a:r>
              <a:rPr lang="en-US" sz="11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m²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3" name="Text 31">
            <a:extLst>
              <a:ext uri="{FF2B5EF4-FFF2-40B4-BE49-F238E27FC236}">
                <a16:creationId xmlns:a16="http://schemas.microsoft.com/office/drawing/2014/main" id="{37857449-EDFE-8693-F48E-74DF9F807E48}"/>
              </a:ext>
            </a:extLst>
          </p:cNvPr>
          <p:cNvSpPr/>
          <p:nvPr/>
        </p:nvSpPr>
        <p:spPr>
          <a:xfrm>
            <a:off x="1886943" y="5997701"/>
            <a:ext cx="8558994" cy="33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Limitación central: </a:t>
            </a:r>
            <a:r>
              <a:rPr lang="en-US" sz="1250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sin inventario histórico no es posible distinguir completamente demanda cero de ventas cero por falta de stock.</a:t>
            </a:r>
          </a:p>
        </p:txBody>
      </p:sp>
      <p:sp>
        <p:nvSpPr>
          <p:cNvPr id="115" name="Shape 39">
            <a:extLst>
              <a:ext uri="{FF2B5EF4-FFF2-40B4-BE49-F238E27FC236}">
                <a16:creationId xmlns:a16="http://schemas.microsoft.com/office/drawing/2014/main" id="{CD8A6552-8818-FCE1-3911-827BD0AEF453}"/>
              </a:ext>
            </a:extLst>
          </p:cNvPr>
          <p:cNvSpPr/>
          <p:nvPr/>
        </p:nvSpPr>
        <p:spPr>
          <a:xfrm>
            <a:off x="658368" y="5779770"/>
            <a:ext cx="10881360" cy="658368"/>
          </a:xfrm>
          <a:prstGeom prst="roundRect">
            <a:avLst>
              <a:gd name="adj" fmla="val 17130"/>
            </a:avLst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57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F626A-3367-6646-C619-3D6A64CE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32">
            <a:extLst>
              <a:ext uri="{FF2B5EF4-FFF2-40B4-BE49-F238E27FC236}">
                <a16:creationId xmlns:a16="http://schemas.microsoft.com/office/drawing/2014/main" id="{7824160A-21E6-DCB1-A432-A8976A823468}"/>
              </a:ext>
            </a:extLst>
          </p:cNvPr>
          <p:cNvSpPr/>
          <p:nvPr/>
        </p:nvSpPr>
        <p:spPr>
          <a:xfrm>
            <a:off x="10104120" y="1965960"/>
            <a:ext cx="1554480" cy="2011680"/>
          </a:xfrm>
          <a:prstGeom prst="roundRect">
            <a:avLst>
              <a:gd name="adj" fmla="val 4118"/>
            </a:avLst>
          </a:prstGeom>
          <a:solidFill>
            <a:srgbClr val="EDAA2D"/>
          </a:solidFill>
          <a:ln w="15240">
            <a:solidFill>
              <a:srgbClr val="EDAA2D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43ECB8A-EBFD-D6B6-B32C-EE7665BFD2AE}"/>
              </a:ext>
            </a:extLst>
          </p:cNvPr>
          <p:cNvCxnSpPr/>
          <p:nvPr/>
        </p:nvCxnSpPr>
        <p:spPr>
          <a:xfrm>
            <a:off x="1191491" y="369455"/>
            <a:ext cx="0" cy="591127"/>
          </a:xfrm>
          <a:prstGeom prst="line">
            <a:avLst/>
          </a:prstGeom>
          <a:ln w="44450">
            <a:solidFill>
              <a:srgbClr val="E5B6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BE33A54E-5694-7CC0-4561-0715FF5022BF}"/>
              </a:ext>
            </a:extLst>
          </p:cNvPr>
          <p:cNvSpPr txBox="1"/>
          <p:nvPr/>
        </p:nvSpPr>
        <p:spPr>
          <a:xfrm>
            <a:off x="1226174" y="332434"/>
            <a:ext cx="9785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72" panose="020B0503030000000003" pitchFamily="34" charset="0"/>
                <a:cs typeface="72" panose="020B0503030000000003" pitchFamily="34" charset="0"/>
              </a:rPr>
              <a:t>Arquitectura de la solución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D974D7B-D977-04FA-2268-759C64DD89CD}"/>
              </a:ext>
            </a:extLst>
          </p:cNvPr>
          <p:cNvSpPr txBox="1"/>
          <p:nvPr/>
        </p:nvSpPr>
        <p:spPr>
          <a:xfrm>
            <a:off x="1228435" y="986506"/>
            <a:ext cx="75570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Del dato transaccional a una decisión de abastecimiento reproducible</a:t>
            </a:r>
          </a:p>
          <a:p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​</a:t>
            </a:r>
            <a:endParaRPr lang="es-MX" sz="36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C2C23EE-BF8A-C5ED-EFC4-9F57C617DCEE}"/>
              </a:ext>
            </a:extLst>
          </p:cNvPr>
          <p:cNvSpPr/>
          <p:nvPr/>
        </p:nvSpPr>
        <p:spPr>
          <a:xfrm>
            <a:off x="502920" y="1965960"/>
            <a:ext cx="1554480" cy="2011680"/>
          </a:xfrm>
          <a:prstGeom prst="roundRect">
            <a:avLst>
              <a:gd name="adj" fmla="val 4118"/>
            </a:avLst>
          </a:prstGeom>
          <a:solidFill>
            <a:schemeClr val="tx1">
              <a:alpha val="92000"/>
            </a:schemeClr>
          </a:solidFill>
          <a:ln w="1524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73807C0-01D5-C1B2-EBAD-E903F652C636}"/>
              </a:ext>
            </a:extLst>
          </p:cNvPr>
          <p:cNvSpPr/>
          <p:nvPr/>
        </p:nvSpPr>
        <p:spPr>
          <a:xfrm>
            <a:off x="1005840" y="2249424"/>
            <a:ext cx="548640" cy="548640"/>
          </a:xfrm>
          <a:prstGeom prst="ellipse">
            <a:avLst/>
          </a:prstGeom>
          <a:solidFill>
            <a:srgbClr val="E5B611"/>
          </a:solidFill>
          <a:ln w="12700">
            <a:solidFill>
              <a:srgbClr val="EDAA2D"/>
            </a:solidFill>
            <a:prstDash val="solid"/>
          </a:ln>
        </p:spPr>
        <p:txBody>
          <a:bodyPr/>
          <a:lstStyle/>
          <a:p>
            <a:endParaRPr lang="es-MX">
              <a:solidFill>
                <a:schemeClr val="bg1"/>
              </a:solidFill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0BC8BA15-B3AA-64EC-FB81-D549D26114A7}"/>
              </a:ext>
            </a:extLst>
          </p:cNvPr>
          <p:cNvSpPr/>
          <p:nvPr/>
        </p:nvSpPr>
        <p:spPr>
          <a:xfrm>
            <a:off x="1005840" y="242544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1</a:t>
            </a:r>
            <a:endParaRPr lang="en-US" sz="2000" dirty="0"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746C2511-3541-4B9C-649A-4A937E052046}"/>
              </a:ext>
            </a:extLst>
          </p:cNvPr>
          <p:cNvSpPr/>
          <p:nvPr/>
        </p:nvSpPr>
        <p:spPr>
          <a:xfrm>
            <a:off x="640080" y="3017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5B611"/>
                </a:solidFill>
                <a:latin typeface="72" panose="020B0503030000000003" pitchFamily="34" charset="0"/>
                <a:cs typeface="72" panose="020B0503030000000003" pitchFamily="34" charset="0"/>
              </a:rPr>
              <a:t>Validar</a:t>
            </a:r>
            <a:endParaRPr lang="en-US" sz="1450" dirty="0">
              <a:solidFill>
                <a:srgbClr val="E5B61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5E1D6300-E785-DF31-DC55-99350BD782F2}"/>
              </a:ext>
            </a:extLst>
          </p:cNvPr>
          <p:cNvSpPr/>
          <p:nvPr/>
        </p:nvSpPr>
        <p:spPr>
          <a:xfrm>
            <a:off x="649224" y="345643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esquema y calidad</a:t>
            </a: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476C2E81-F861-8D77-34D1-7DAF89AFB712}"/>
              </a:ext>
            </a:extLst>
          </p:cNvPr>
          <p:cNvSpPr/>
          <p:nvPr/>
        </p:nvSpPr>
        <p:spPr>
          <a:xfrm>
            <a:off x="2075688" y="2971800"/>
            <a:ext cx="310896" cy="0"/>
          </a:xfrm>
          <a:prstGeom prst="line">
            <a:avLst/>
          </a:prstGeom>
          <a:noFill/>
          <a:ln w="25400">
            <a:solidFill>
              <a:srgbClr val="EDAA2D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AFC566E9-8BD4-E6CE-AE14-C2A9DB3F9353}"/>
              </a:ext>
            </a:extLst>
          </p:cNvPr>
          <p:cNvSpPr/>
          <p:nvPr/>
        </p:nvSpPr>
        <p:spPr>
          <a:xfrm>
            <a:off x="2423160" y="1965960"/>
            <a:ext cx="1554480" cy="2011680"/>
          </a:xfrm>
          <a:prstGeom prst="roundRect">
            <a:avLst>
              <a:gd name="adj" fmla="val 4118"/>
            </a:avLst>
          </a:prstGeom>
          <a:solidFill>
            <a:schemeClr val="tx1">
              <a:alpha val="92000"/>
            </a:schemeClr>
          </a:solidFill>
          <a:ln w="1524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4803080D-A1FA-28B1-E97E-038C79688099}"/>
              </a:ext>
            </a:extLst>
          </p:cNvPr>
          <p:cNvSpPr/>
          <p:nvPr/>
        </p:nvSpPr>
        <p:spPr>
          <a:xfrm>
            <a:off x="2926080" y="2249424"/>
            <a:ext cx="548640" cy="548640"/>
          </a:xfrm>
          <a:prstGeom prst="ellipse">
            <a:avLst/>
          </a:prstGeom>
          <a:solidFill>
            <a:srgbClr val="E5B611"/>
          </a:solidFill>
          <a:ln w="12700">
            <a:solidFill>
              <a:srgbClr val="EDAA2D"/>
            </a:solidFill>
            <a:prstDash val="solid"/>
          </a:ln>
        </p:spPr>
        <p:txBody>
          <a:bodyPr/>
          <a:lstStyle/>
          <a:p>
            <a:endParaRPr lang="es-MX">
              <a:solidFill>
                <a:schemeClr val="bg1"/>
              </a:solidFill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76AC88DB-FD3A-DE53-45FD-B1DEA56B5A84}"/>
              </a:ext>
            </a:extLst>
          </p:cNvPr>
          <p:cNvSpPr/>
          <p:nvPr/>
        </p:nvSpPr>
        <p:spPr>
          <a:xfrm>
            <a:off x="2926080" y="242544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</a:t>
            </a:r>
            <a:endParaRPr lang="en-US" sz="2000" dirty="0"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A56EEA76-C7C7-A73E-EA6B-43940733B20F}"/>
              </a:ext>
            </a:extLst>
          </p:cNvPr>
          <p:cNvSpPr/>
          <p:nvPr/>
        </p:nvSpPr>
        <p:spPr>
          <a:xfrm>
            <a:off x="2560320" y="3017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5B611"/>
                </a:solidFill>
                <a:latin typeface="72" panose="020B0503030000000003" pitchFamily="34" charset="0"/>
                <a:cs typeface="72" panose="020B0503030000000003" pitchFamily="34" charset="0"/>
              </a:rPr>
              <a:t>Construir panel</a:t>
            </a:r>
            <a:endParaRPr lang="en-US" sz="1450" dirty="0">
              <a:solidFill>
                <a:srgbClr val="E5B61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C84B5072-315E-8D3B-4621-7E3DEE68135D}"/>
              </a:ext>
            </a:extLst>
          </p:cNvPr>
          <p:cNvSpPr/>
          <p:nvPr/>
        </p:nvSpPr>
        <p:spPr>
          <a:xfrm>
            <a:off x="2503170" y="3513582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SKU-Tienda-Semana</a:t>
            </a: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A78116D7-95CC-1E77-1FF7-4278363B66C1}"/>
              </a:ext>
            </a:extLst>
          </p:cNvPr>
          <p:cNvSpPr/>
          <p:nvPr/>
        </p:nvSpPr>
        <p:spPr>
          <a:xfrm>
            <a:off x="3995928" y="2971800"/>
            <a:ext cx="310896" cy="0"/>
          </a:xfrm>
          <a:prstGeom prst="line">
            <a:avLst/>
          </a:prstGeom>
          <a:noFill/>
          <a:ln w="25400">
            <a:solidFill>
              <a:srgbClr val="EDAA2D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E8E213DF-1833-D77B-4FF4-ADEDC283379D}"/>
              </a:ext>
            </a:extLst>
          </p:cNvPr>
          <p:cNvSpPr/>
          <p:nvPr/>
        </p:nvSpPr>
        <p:spPr>
          <a:xfrm>
            <a:off x="4343400" y="1965960"/>
            <a:ext cx="1554480" cy="2011680"/>
          </a:xfrm>
          <a:prstGeom prst="roundRect">
            <a:avLst>
              <a:gd name="adj" fmla="val 4118"/>
            </a:avLst>
          </a:prstGeom>
          <a:solidFill>
            <a:schemeClr val="tx1">
              <a:alpha val="92000"/>
            </a:schemeClr>
          </a:solidFill>
          <a:ln w="1524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38A14FBD-3AEA-0543-C1B9-ABAEA0314E06}"/>
              </a:ext>
            </a:extLst>
          </p:cNvPr>
          <p:cNvSpPr/>
          <p:nvPr/>
        </p:nvSpPr>
        <p:spPr>
          <a:xfrm>
            <a:off x="4846320" y="2249424"/>
            <a:ext cx="548640" cy="548640"/>
          </a:xfrm>
          <a:prstGeom prst="ellipse">
            <a:avLst/>
          </a:prstGeom>
          <a:solidFill>
            <a:srgbClr val="E5B611"/>
          </a:solidFill>
          <a:ln w="12700">
            <a:solidFill>
              <a:srgbClr val="EDAA2D"/>
            </a:solidFill>
            <a:prstDash val="solid"/>
          </a:ln>
        </p:spPr>
        <p:txBody>
          <a:bodyPr/>
          <a:lstStyle/>
          <a:p>
            <a:endParaRPr lang="es-MX">
              <a:solidFill>
                <a:schemeClr val="bg1"/>
              </a:solidFill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6F2BBAAA-B91D-38B7-4D1C-1D2910E0DDE6}"/>
              </a:ext>
            </a:extLst>
          </p:cNvPr>
          <p:cNvSpPr/>
          <p:nvPr/>
        </p:nvSpPr>
        <p:spPr>
          <a:xfrm>
            <a:off x="4846320" y="242544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3</a:t>
            </a:r>
            <a:endParaRPr lang="en-US" sz="2000" dirty="0"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A29C851D-854E-9B31-2884-5957F4A8D3ED}"/>
              </a:ext>
            </a:extLst>
          </p:cNvPr>
          <p:cNvSpPr/>
          <p:nvPr/>
        </p:nvSpPr>
        <p:spPr>
          <a:xfrm>
            <a:off x="4480560" y="3017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5B611"/>
                </a:solidFill>
                <a:latin typeface="72" panose="020B0503030000000003" pitchFamily="34" charset="0"/>
                <a:cs typeface="72" panose="020B0503030000000003" pitchFamily="34" charset="0"/>
              </a:rPr>
              <a:t>Crear features</a:t>
            </a:r>
            <a:endParaRPr lang="en-US" sz="1450" dirty="0">
              <a:solidFill>
                <a:srgbClr val="E5B61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97F37D4B-ACAC-631D-0796-1FA05527146F}"/>
              </a:ext>
            </a:extLst>
          </p:cNvPr>
          <p:cNvSpPr/>
          <p:nvPr/>
        </p:nvSpPr>
        <p:spPr>
          <a:xfrm>
            <a:off x="4489704" y="345643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lags y rolling stats</a:t>
            </a:r>
          </a:p>
        </p:txBody>
      </p:sp>
      <p:sp>
        <p:nvSpPr>
          <p:cNvPr id="59" name="Shape 19">
            <a:extLst>
              <a:ext uri="{FF2B5EF4-FFF2-40B4-BE49-F238E27FC236}">
                <a16:creationId xmlns:a16="http://schemas.microsoft.com/office/drawing/2014/main" id="{B40A251D-DC45-E859-DF64-A31835862C36}"/>
              </a:ext>
            </a:extLst>
          </p:cNvPr>
          <p:cNvSpPr/>
          <p:nvPr/>
        </p:nvSpPr>
        <p:spPr>
          <a:xfrm>
            <a:off x="5916168" y="2971800"/>
            <a:ext cx="310896" cy="0"/>
          </a:xfrm>
          <a:prstGeom prst="line">
            <a:avLst/>
          </a:prstGeom>
          <a:noFill/>
          <a:ln w="25400">
            <a:solidFill>
              <a:srgbClr val="EDAA2D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20">
            <a:extLst>
              <a:ext uri="{FF2B5EF4-FFF2-40B4-BE49-F238E27FC236}">
                <a16:creationId xmlns:a16="http://schemas.microsoft.com/office/drawing/2014/main" id="{2466402E-AC1A-F528-78DF-78D0C7D0F416}"/>
              </a:ext>
            </a:extLst>
          </p:cNvPr>
          <p:cNvSpPr/>
          <p:nvPr/>
        </p:nvSpPr>
        <p:spPr>
          <a:xfrm>
            <a:off x="6263640" y="1965960"/>
            <a:ext cx="1554480" cy="2011680"/>
          </a:xfrm>
          <a:prstGeom prst="roundRect">
            <a:avLst>
              <a:gd name="adj" fmla="val 4118"/>
            </a:avLst>
          </a:prstGeom>
          <a:solidFill>
            <a:schemeClr val="bg1">
              <a:lumMod val="95000"/>
            </a:schemeClr>
          </a:solidFill>
          <a:ln w="15240">
            <a:solidFill>
              <a:srgbClr val="666666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90C8E5C9-3161-9471-BAEA-0315C31FBC8F}"/>
              </a:ext>
            </a:extLst>
          </p:cNvPr>
          <p:cNvSpPr/>
          <p:nvPr/>
        </p:nvSpPr>
        <p:spPr>
          <a:xfrm>
            <a:off x="6766560" y="2249424"/>
            <a:ext cx="548640" cy="548640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MX"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0F082C52-6303-9D1B-B2C5-BBF532119740}"/>
              </a:ext>
            </a:extLst>
          </p:cNvPr>
          <p:cNvSpPr/>
          <p:nvPr/>
        </p:nvSpPr>
        <p:spPr>
          <a:xfrm>
            <a:off x="6766560" y="242544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4</a:t>
            </a:r>
            <a:endParaRPr lang="en-US" sz="2000" dirty="0"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157E02C2-7527-3C15-8E00-FE569B49F63C}"/>
              </a:ext>
            </a:extLst>
          </p:cNvPr>
          <p:cNvSpPr/>
          <p:nvPr/>
        </p:nvSpPr>
        <p:spPr>
          <a:xfrm>
            <a:off x="6400800" y="3017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71B2F"/>
                </a:solidFill>
                <a:latin typeface="72" panose="020B0503030000000003" pitchFamily="34" charset="0"/>
                <a:cs typeface="72" panose="020B0503030000000003" pitchFamily="34" charset="0"/>
              </a:rPr>
              <a:t>Backtesting</a:t>
            </a:r>
            <a:endParaRPr lang="en-US" sz="1450" dirty="0"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EDEF973F-0B5F-7195-12F3-5CDD985784CF}"/>
              </a:ext>
            </a:extLst>
          </p:cNvPr>
          <p:cNvSpPr/>
          <p:nvPr/>
        </p:nvSpPr>
        <p:spPr>
          <a:xfrm>
            <a:off x="6409944" y="345643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origen expansivo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C4B9D5EA-7ADA-AC49-612D-81D5A83D61B3}"/>
              </a:ext>
            </a:extLst>
          </p:cNvPr>
          <p:cNvSpPr/>
          <p:nvPr/>
        </p:nvSpPr>
        <p:spPr>
          <a:xfrm>
            <a:off x="7836408" y="2971800"/>
            <a:ext cx="310896" cy="0"/>
          </a:xfrm>
          <a:prstGeom prst="line">
            <a:avLst/>
          </a:prstGeom>
          <a:noFill/>
          <a:ln w="25400">
            <a:solidFill>
              <a:srgbClr val="EDAA2D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26">
            <a:extLst>
              <a:ext uri="{FF2B5EF4-FFF2-40B4-BE49-F238E27FC236}">
                <a16:creationId xmlns:a16="http://schemas.microsoft.com/office/drawing/2014/main" id="{5DE9D133-C517-79D7-0B43-C034CF63B7BF}"/>
              </a:ext>
            </a:extLst>
          </p:cNvPr>
          <p:cNvSpPr/>
          <p:nvPr/>
        </p:nvSpPr>
        <p:spPr>
          <a:xfrm>
            <a:off x="8183880" y="1965960"/>
            <a:ext cx="1554480" cy="2011680"/>
          </a:xfrm>
          <a:prstGeom prst="roundRect">
            <a:avLst>
              <a:gd name="adj" fmla="val 4118"/>
            </a:avLst>
          </a:prstGeom>
          <a:solidFill>
            <a:schemeClr val="bg1">
              <a:lumMod val="95000"/>
            </a:schemeClr>
          </a:solidFill>
          <a:ln w="15240">
            <a:solidFill>
              <a:srgbClr val="666666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76" name="Shape 27">
            <a:extLst>
              <a:ext uri="{FF2B5EF4-FFF2-40B4-BE49-F238E27FC236}">
                <a16:creationId xmlns:a16="http://schemas.microsoft.com/office/drawing/2014/main" id="{0EF38A7B-457A-7E57-B525-BEB57DDBB666}"/>
              </a:ext>
            </a:extLst>
          </p:cNvPr>
          <p:cNvSpPr/>
          <p:nvPr/>
        </p:nvSpPr>
        <p:spPr>
          <a:xfrm>
            <a:off x="8686800" y="2249424"/>
            <a:ext cx="548640" cy="548640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MX"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BFF9F4A4-B557-B496-283D-BCDF900E6D1E}"/>
              </a:ext>
            </a:extLst>
          </p:cNvPr>
          <p:cNvSpPr/>
          <p:nvPr/>
        </p:nvSpPr>
        <p:spPr>
          <a:xfrm>
            <a:off x="8686800" y="242544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5</a:t>
            </a:r>
            <a:endParaRPr lang="en-US" sz="2000" dirty="0"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80" name="Text 29">
            <a:extLst>
              <a:ext uri="{FF2B5EF4-FFF2-40B4-BE49-F238E27FC236}">
                <a16:creationId xmlns:a16="http://schemas.microsoft.com/office/drawing/2014/main" id="{9FDBFD51-ADEE-A2B0-DAF5-F511C092E7CA}"/>
              </a:ext>
            </a:extLst>
          </p:cNvPr>
          <p:cNvSpPr/>
          <p:nvPr/>
        </p:nvSpPr>
        <p:spPr>
          <a:xfrm>
            <a:off x="8321040" y="3017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71B2F"/>
                </a:solidFill>
                <a:latin typeface="72" panose="020B0503030000000003" pitchFamily="34" charset="0"/>
                <a:cs typeface="72" panose="020B0503030000000003" pitchFamily="34" charset="0"/>
              </a:rPr>
              <a:t>Pronosticar</a:t>
            </a:r>
            <a:endParaRPr lang="en-US" sz="1450" dirty="0"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82" name="Text 30">
            <a:extLst>
              <a:ext uri="{FF2B5EF4-FFF2-40B4-BE49-F238E27FC236}">
                <a16:creationId xmlns:a16="http://schemas.microsoft.com/office/drawing/2014/main" id="{900715AE-C5D4-70EB-171C-54C9F7240A42}"/>
              </a:ext>
            </a:extLst>
          </p:cNvPr>
          <p:cNvSpPr/>
          <p:nvPr/>
        </p:nvSpPr>
        <p:spPr>
          <a:xfrm>
            <a:off x="8330184" y="345643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P10, P50 y P90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4" name="Shape 31">
            <a:extLst>
              <a:ext uri="{FF2B5EF4-FFF2-40B4-BE49-F238E27FC236}">
                <a16:creationId xmlns:a16="http://schemas.microsoft.com/office/drawing/2014/main" id="{C5EE6E7F-7A92-5217-30BE-59A96B11F2E7}"/>
              </a:ext>
            </a:extLst>
          </p:cNvPr>
          <p:cNvSpPr/>
          <p:nvPr/>
        </p:nvSpPr>
        <p:spPr>
          <a:xfrm>
            <a:off x="9756648" y="2971800"/>
            <a:ext cx="310896" cy="0"/>
          </a:xfrm>
          <a:prstGeom prst="line">
            <a:avLst/>
          </a:prstGeom>
          <a:noFill/>
          <a:ln w="25400">
            <a:solidFill>
              <a:srgbClr val="EDAA2D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88" name="Shape 33">
            <a:extLst>
              <a:ext uri="{FF2B5EF4-FFF2-40B4-BE49-F238E27FC236}">
                <a16:creationId xmlns:a16="http://schemas.microsoft.com/office/drawing/2014/main" id="{D76AA350-41D6-03E8-D1BE-74C105D953EC}"/>
              </a:ext>
            </a:extLst>
          </p:cNvPr>
          <p:cNvSpPr/>
          <p:nvPr/>
        </p:nvSpPr>
        <p:spPr>
          <a:xfrm>
            <a:off x="10607040" y="2249424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92" name="Text 34">
            <a:extLst>
              <a:ext uri="{FF2B5EF4-FFF2-40B4-BE49-F238E27FC236}">
                <a16:creationId xmlns:a16="http://schemas.microsoft.com/office/drawing/2014/main" id="{870661E2-A277-38BF-9DF6-D78265821AD0}"/>
              </a:ext>
            </a:extLst>
          </p:cNvPr>
          <p:cNvSpPr/>
          <p:nvPr/>
        </p:nvSpPr>
        <p:spPr>
          <a:xfrm>
            <a:off x="10607040" y="242544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6</a:t>
            </a:r>
            <a:endParaRPr lang="en-US" sz="2000" dirty="0"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96" name="Text 35">
            <a:extLst>
              <a:ext uri="{FF2B5EF4-FFF2-40B4-BE49-F238E27FC236}">
                <a16:creationId xmlns:a16="http://schemas.microsoft.com/office/drawing/2014/main" id="{A201CB53-BDE6-9121-B664-14F30F6CA4CA}"/>
              </a:ext>
            </a:extLst>
          </p:cNvPr>
          <p:cNvSpPr/>
          <p:nvPr/>
        </p:nvSpPr>
        <p:spPr>
          <a:xfrm>
            <a:off x="10241280" y="3017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chemeClr val="bg1"/>
                </a:solidFill>
                <a:latin typeface="72" panose="020B0503030000000003" pitchFamily="34" charset="0"/>
                <a:cs typeface="72" panose="020B0503030000000003" pitchFamily="34" charset="0"/>
              </a:rPr>
              <a:t>Optimizar</a:t>
            </a:r>
            <a:endParaRPr lang="en-US" sz="1450" dirty="0">
              <a:solidFill>
                <a:schemeClr val="bg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100" name="Text 36">
            <a:extLst>
              <a:ext uri="{FF2B5EF4-FFF2-40B4-BE49-F238E27FC236}">
                <a16:creationId xmlns:a16="http://schemas.microsoft.com/office/drawing/2014/main" id="{49525D26-CFF6-2D49-C2F1-D877F77410E7}"/>
              </a:ext>
            </a:extLst>
          </p:cNvPr>
          <p:cNvSpPr/>
          <p:nvPr/>
        </p:nvSpPr>
        <p:spPr>
          <a:xfrm>
            <a:off x="10250424" y="345643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razón crítica</a:t>
            </a:r>
          </a:p>
        </p:txBody>
      </p:sp>
      <p:sp>
        <p:nvSpPr>
          <p:cNvPr id="104" name="Shape 37">
            <a:extLst>
              <a:ext uri="{FF2B5EF4-FFF2-40B4-BE49-F238E27FC236}">
                <a16:creationId xmlns:a16="http://schemas.microsoft.com/office/drawing/2014/main" id="{F4B7B1E2-C2A9-5684-3025-552DEB923F22}"/>
              </a:ext>
            </a:extLst>
          </p:cNvPr>
          <p:cNvSpPr/>
          <p:nvPr/>
        </p:nvSpPr>
        <p:spPr>
          <a:xfrm>
            <a:off x="960120" y="4663440"/>
            <a:ext cx="10241280" cy="776268"/>
          </a:xfrm>
          <a:prstGeom prst="roundRect">
            <a:avLst>
              <a:gd name="adj" fmla="val 15181"/>
            </a:avLst>
          </a:prstGeom>
          <a:solidFill>
            <a:srgbClr val="FDF2DC"/>
          </a:solidFill>
          <a:ln w="12700">
            <a:solidFill>
              <a:srgbClr val="FDF2D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8" name="Text 38">
            <a:extLst>
              <a:ext uri="{FF2B5EF4-FFF2-40B4-BE49-F238E27FC236}">
                <a16:creationId xmlns:a16="http://schemas.microsoft.com/office/drawing/2014/main" id="{2046439B-6504-9B48-0BEB-A9E1DFE9C28B}"/>
              </a:ext>
            </a:extLst>
          </p:cNvPr>
          <p:cNvSpPr/>
          <p:nvPr/>
        </p:nvSpPr>
        <p:spPr>
          <a:xfrm>
            <a:off x="1485900" y="492355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AA2D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Principio de diseño</a:t>
            </a:r>
          </a:p>
        </p:txBody>
      </p:sp>
      <p:sp>
        <p:nvSpPr>
          <p:cNvPr id="110" name="Text 39">
            <a:extLst>
              <a:ext uri="{FF2B5EF4-FFF2-40B4-BE49-F238E27FC236}">
                <a16:creationId xmlns:a16="http://schemas.microsoft.com/office/drawing/2014/main" id="{188334A3-43E8-216A-4A9A-16F48C2D678E}"/>
              </a:ext>
            </a:extLst>
          </p:cNvPr>
          <p:cNvSpPr/>
          <p:nvPr/>
        </p:nvSpPr>
        <p:spPr>
          <a:xfrm>
            <a:off x="3246120" y="48463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El inventario actual no entra al entrenamiento histórico. Se incorpora después del forecast para transformar el stock objetivo en pedido.</a:t>
            </a:r>
          </a:p>
        </p:txBody>
      </p:sp>
      <p:pic>
        <p:nvPicPr>
          <p:cNvPr id="115" name="Gráfico 114" descr="Badge Tick1 con relleno sólido">
            <a:extLst>
              <a:ext uri="{FF2B5EF4-FFF2-40B4-BE49-F238E27FC236}">
                <a16:creationId xmlns:a16="http://schemas.microsoft.com/office/drawing/2014/main" id="{E46C2A6C-9595-3ECD-F552-1AAE7A7458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792" y="4819163"/>
            <a:ext cx="436793" cy="43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55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7FF9A-000F-BBA0-E853-27DE20439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464C01B-32E6-026F-28D9-63F292A9B5B1}"/>
              </a:ext>
            </a:extLst>
          </p:cNvPr>
          <p:cNvCxnSpPr/>
          <p:nvPr/>
        </p:nvCxnSpPr>
        <p:spPr>
          <a:xfrm>
            <a:off x="1191491" y="369455"/>
            <a:ext cx="0" cy="591127"/>
          </a:xfrm>
          <a:prstGeom prst="line">
            <a:avLst/>
          </a:prstGeom>
          <a:ln w="44450">
            <a:solidFill>
              <a:srgbClr val="E5B6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44DFBD1-EA56-E910-AE2E-2A759AF0709E}"/>
              </a:ext>
            </a:extLst>
          </p:cNvPr>
          <p:cNvSpPr txBox="1"/>
          <p:nvPr/>
        </p:nvSpPr>
        <p:spPr>
          <a:xfrm>
            <a:off x="1226174" y="332434"/>
            <a:ext cx="9785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72" panose="020B0503030000000003" pitchFamily="34" charset="0"/>
                <a:cs typeface="72" panose="020B0503030000000003" pitchFamily="34" charset="0"/>
              </a:rPr>
              <a:t>Estrategia de Experimentación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C3560F3-4D7A-EA94-2631-11C434E8D803}"/>
              </a:ext>
            </a:extLst>
          </p:cNvPr>
          <p:cNvSpPr txBox="1"/>
          <p:nvPr/>
        </p:nvSpPr>
        <p:spPr>
          <a:xfrm>
            <a:off x="1228435" y="986506"/>
            <a:ext cx="7557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La selección se basa en desempeño fuera de muestra, no en ajuste sobre entrenamiento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ECB98436-4ED6-215D-0CC6-9C3BD94181BA}"/>
              </a:ext>
            </a:extLst>
          </p:cNvPr>
          <p:cNvSpPr/>
          <p:nvPr/>
        </p:nvSpPr>
        <p:spPr>
          <a:xfrm>
            <a:off x="658368" y="1658493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1B2F"/>
                </a:solidFill>
                <a:latin typeface="72" panose="020B0503030000000003" pitchFamily="34" charset="0"/>
                <a:cs typeface="72" panose="020B0503030000000003" pitchFamily="34" charset="0"/>
              </a:rPr>
              <a:t>Backtesting temporal</a:t>
            </a:r>
            <a:endParaRPr lang="en-US" sz="1800" dirty="0"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6EFF9262-D9C6-D99B-5304-8A6F196D1792}"/>
              </a:ext>
            </a:extLst>
          </p:cNvPr>
          <p:cNvSpPr/>
          <p:nvPr/>
        </p:nvSpPr>
        <p:spPr>
          <a:xfrm>
            <a:off x="713232" y="2188845"/>
            <a:ext cx="1024128" cy="530352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8812AF1-ADF2-3FD9-B335-773DA7B56B08}"/>
              </a:ext>
            </a:extLst>
          </p:cNvPr>
          <p:cNvSpPr/>
          <p:nvPr/>
        </p:nvSpPr>
        <p:spPr>
          <a:xfrm>
            <a:off x="713232" y="2326005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W10</a:t>
            </a:r>
            <a:endParaRPr lang="en-US" sz="13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47DB4CD-A72E-EFA4-3691-3815DD63A021}"/>
              </a:ext>
            </a:extLst>
          </p:cNvPr>
          <p:cNvSpPr/>
          <p:nvPr/>
        </p:nvSpPr>
        <p:spPr>
          <a:xfrm>
            <a:off x="713232" y="2847213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85"/>
                </a:solidFill>
              </a:rPr>
              <a:t>validar</a:t>
            </a:r>
            <a:endParaRPr lang="en-US" sz="95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0D1F97F5-C5C6-3CEF-A37C-7349830B2758}"/>
              </a:ext>
            </a:extLst>
          </p:cNvPr>
          <p:cNvSpPr/>
          <p:nvPr/>
        </p:nvSpPr>
        <p:spPr>
          <a:xfrm>
            <a:off x="1746504" y="2454021"/>
            <a:ext cx="246888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DD687F43-EBD2-B5B1-3698-EAAD44EFE07C}"/>
              </a:ext>
            </a:extLst>
          </p:cNvPr>
          <p:cNvSpPr/>
          <p:nvPr/>
        </p:nvSpPr>
        <p:spPr>
          <a:xfrm>
            <a:off x="2020824" y="2188845"/>
            <a:ext cx="1024128" cy="530352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D9D66750-22CC-8E25-7619-F21FB4E26105}"/>
              </a:ext>
            </a:extLst>
          </p:cNvPr>
          <p:cNvSpPr/>
          <p:nvPr/>
        </p:nvSpPr>
        <p:spPr>
          <a:xfrm>
            <a:off x="2020824" y="2326005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W11</a:t>
            </a:r>
            <a:endParaRPr lang="en-US" sz="13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6EBD14FB-C0AC-FB5F-0E3C-73D8DB4F08DF}"/>
              </a:ext>
            </a:extLst>
          </p:cNvPr>
          <p:cNvSpPr/>
          <p:nvPr/>
        </p:nvSpPr>
        <p:spPr>
          <a:xfrm>
            <a:off x="2020824" y="2847213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85"/>
                </a:solidFill>
              </a:rPr>
              <a:t>validar</a:t>
            </a:r>
            <a:endParaRPr lang="en-US" sz="95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62B8EF09-F4C1-51E8-538E-59989C46E8E4}"/>
              </a:ext>
            </a:extLst>
          </p:cNvPr>
          <p:cNvSpPr/>
          <p:nvPr/>
        </p:nvSpPr>
        <p:spPr>
          <a:xfrm>
            <a:off x="3054096" y="2454021"/>
            <a:ext cx="246888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5C7F5157-A3A5-D6A7-B10F-98AB47FB7AFF}"/>
              </a:ext>
            </a:extLst>
          </p:cNvPr>
          <p:cNvSpPr/>
          <p:nvPr/>
        </p:nvSpPr>
        <p:spPr>
          <a:xfrm>
            <a:off x="3328416" y="2188845"/>
            <a:ext cx="1024128" cy="530352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B33F7039-673D-F30B-5B37-0BFF225D91F9}"/>
              </a:ext>
            </a:extLst>
          </p:cNvPr>
          <p:cNvSpPr/>
          <p:nvPr/>
        </p:nvSpPr>
        <p:spPr>
          <a:xfrm>
            <a:off x="3328416" y="2326005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W12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0699C296-BEF2-D1ED-EAF7-9C59AD3A44D6}"/>
              </a:ext>
            </a:extLst>
          </p:cNvPr>
          <p:cNvSpPr/>
          <p:nvPr/>
        </p:nvSpPr>
        <p:spPr>
          <a:xfrm>
            <a:off x="3328416" y="2847213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85"/>
                </a:solidFill>
              </a:rPr>
              <a:t>validar</a:t>
            </a:r>
            <a:endParaRPr lang="en-US" sz="950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44CE8B90-517B-57A2-B4DA-C99502F3C96A}"/>
              </a:ext>
            </a:extLst>
          </p:cNvPr>
          <p:cNvSpPr/>
          <p:nvPr/>
        </p:nvSpPr>
        <p:spPr>
          <a:xfrm>
            <a:off x="4361688" y="2454021"/>
            <a:ext cx="246888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A4CDF2ED-9B23-FB58-5021-E92E68487995}"/>
              </a:ext>
            </a:extLst>
          </p:cNvPr>
          <p:cNvSpPr/>
          <p:nvPr/>
        </p:nvSpPr>
        <p:spPr>
          <a:xfrm>
            <a:off x="4636008" y="2188845"/>
            <a:ext cx="1024128" cy="530352"/>
          </a:xfrm>
          <a:prstGeom prst="roundRect">
            <a:avLst>
              <a:gd name="adj" fmla="val 6897"/>
            </a:avLst>
          </a:prstGeom>
          <a:solidFill>
            <a:srgbClr val="EDAA2D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68A44BAF-F90E-AE78-0BA2-E448182A039C}"/>
              </a:ext>
            </a:extLst>
          </p:cNvPr>
          <p:cNvSpPr/>
          <p:nvPr/>
        </p:nvSpPr>
        <p:spPr>
          <a:xfrm>
            <a:off x="4636008" y="2326005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W13</a:t>
            </a:r>
            <a:endParaRPr lang="en-US" sz="13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89DF24F5-C9B1-1D56-DD36-E2B15D745F96}"/>
              </a:ext>
            </a:extLst>
          </p:cNvPr>
          <p:cNvSpPr/>
          <p:nvPr/>
        </p:nvSpPr>
        <p:spPr>
          <a:xfrm>
            <a:off x="4636008" y="2847213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85"/>
                </a:solidFill>
              </a:rPr>
              <a:t>validar</a:t>
            </a:r>
            <a:endParaRPr lang="en-US" sz="95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EF883D9C-4BE0-D9BB-538B-37A478C90436}"/>
              </a:ext>
            </a:extLst>
          </p:cNvPr>
          <p:cNvSpPr/>
          <p:nvPr/>
        </p:nvSpPr>
        <p:spPr>
          <a:xfrm>
            <a:off x="1226174" y="3331845"/>
            <a:ext cx="44431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 cada corte se entrena solo con semanas anteriores y se predice una semana futura.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5FEC4707-18B8-850A-D81A-60BFF9A66B95}"/>
              </a:ext>
            </a:extLst>
          </p:cNvPr>
          <p:cNvSpPr/>
          <p:nvPr/>
        </p:nvSpPr>
        <p:spPr>
          <a:xfrm>
            <a:off x="5989320" y="1667637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4BAF0D99-EB86-9DC2-AA07-E7CAB732CAB6}"/>
              </a:ext>
            </a:extLst>
          </p:cNvPr>
          <p:cNvSpPr/>
          <p:nvPr/>
        </p:nvSpPr>
        <p:spPr>
          <a:xfrm>
            <a:off x="5989320" y="1667637"/>
            <a:ext cx="73152" cy="1600200"/>
          </a:xfrm>
          <a:prstGeom prst="rect">
            <a:avLst/>
          </a:prstGeom>
          <a:solidFill>
            <a:srgbClr val="E5B611"/>
          </a:solidFill>
          <a:ln w="12700">
            <a:solidFill>
              <a:srgbClr val="EDAA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3000DD89-42AA-2324-46CA-B53F60E021D7}"/>
              </a:ext>
            </a:extLst>
          </p:cNvPr>
          <p:cNvSpPr/>
          <p:nvPr/>
        </p:nvSpPr>
        <p:spPr>
          <a:xfrm>
            <a:off x="6245352" y="1868805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B2F"/>
                </a:solidFill>
              </a:rPr>
              <a:t>Baselines</a:t>
            </a:r>
            <a:endParaRPr lang="en-US" sz="1600" dirty="0"/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05A6E5E9-E2BC-6F17-791B-699BA11BDC22}"/>
              </a:ext>
            </a:extLst>
          </p:cNvPr>
          <p:cNvSpPr/>
          <p:nvPr/>
        </p:nvSpPr>
        <p:spPr>
          <a:xfrm>
            <a:off x="6245352" y="2326005"/>
            <a:ext cx="13898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617085"/>
                </a:solidFill>
              </a:rPr>
              <a:t>Naive lag 1</a:t>
            </a:r>
            <a:endParaRPr lang="en-US" sz="1150" dirty="0"/>
          </a:p>
          <a:p>
            <a:r>
              <a:rPr lang="en-US" sz="1150" dirty="0">
                <a:solidFill>
                  <a:srgbClr val="617085"/>
                </a:solidFill>
              </a:rPr>
              <a:t>Media móvil 2</a:t>
            </a:r>
            <a:endParaRPr lang="en-US" sz="1150" dirty="0"/>
          </a:p>
          <a:p>
            <a:r>
              <a:rPr lang="en-US" sz="1150" dirty="0">
                <a:solidFill>
                  <a:srgbClr val="617085"/>
                </a:solidFill>
              </a:rPr>
              <a:t>Media móvil 4</a:t>
            </a:r>
            <a:endParaRPr lang="en-US" sz="1150" dirty="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E6B6D5F2-1A00-9242-C6A7-8FCD56772A4D}"/>
              </a:ext>
            </a:extLst>
          </p:cNvPr>
          <p:cNvSpPr/>
          <p:nvPr/>
        </p:nvSpPr>
        <p:spPr>
          <a:xfrm>
            <a:off x="8028432" y="1667637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75" name="Shape 24">
            <a:extLst>
              <a:ext uri="{FF2B5EF4-FFF2-40B4-BE49-F238E27FC236}">
                <a16:creationId xmlns:a16="http://schemas.microsoft.com/office/drawing/2014/main" id="{8719388A-5956-071F-D56A-8DF7A8EBA515}"/>
              </a:ext>
            </a:extLst>
          </p:cNvPr>
          <p:cNvSpPr/>
          <p:nvPr/>
        </p:nvSpPr>
        <p:spPr>
          <a:xfrm>
            <a:off x="8028432" y="1667637"/>
            <a:ext cx="73152" cy="16002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Text 25">
            <a:extLst>
              <a:ext uri="{FF2B5EF4-FFF2-40B4-BE49-F238E27FC236}">
                <a16:creationId xmlns:a16="http://schemas.microsoft.com/office/drawing/2014/main" id="{8F9E6D06-43E8-8E73-51B8-6D3582564FF2}"/>
              </a:ext>
            </a:extLst>
          </p:cNvPr>
          <p:cNvSpPr/>
          <p:nvPr/>
        </p:nvSpPr>
        <p:spPr>
          <a:xfrm>
            <a:off x="8284464" y="1868805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B2F"/>
                </a:solidFill>
              </a:rPr>
              <a:t>CatBoost A</a:t>
            </a:r>
            <a:endParaRPr lang="en-US" sz="1600" dirty="0"/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EB49DC29-7704-1F9D-C4B8-BFD049C324FD}"/>
              </a:ext>
            </a:extLst>
          </p:cNvPr>
          <p:cNvSpPr/>
          <p:nvPr/>
        </p:nvSpPr>
        <p:spPr>
          <a:xfrm>
            <a:off x="8284464" y="2326005"/>
            <a:ext cx="120700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617085"/>
                </a:solidFill>
              </a:rPr>
              <a:t>Lags 1 y 2</a:t>
            </a:r>
            <a:endParaRPr lang="en-US" sz="1150" dirty="0"/>
          </a:p>
          <a:p>
            <a:r>
              <a:rPr lang="en-US" sz="1150" dirty="0">
                <a:solidFill>
                  <a:srgbClr val="617085"/>
                </a:solidFill>
              </a:rPr>
              <a:t>Ventana 2</a:t>
            </a:r>
            <a:endParaRPr lang="en-US" sz="1150" dirty="0"/>
          </a:p>
        </p:txBody>
      </p:sp>
      <p:sp>
        <p:nvSpPr>
          <p:cNvPr id="86" name="Shape 27">
            <a:extLst>
              <a:ext uri="{FF2B5EF4-FFF2-40B4-BE49-F238E27FC236}">
                <a16:creationId xmlns:a16="http://schemas.microsoft.com/office/drawing/2014/main" id="{B8F48A37-BD25-600A-FB55-8607CC8276C0}"/>
              </a:ext>
            </a:extLst>
          </p:cNvPr>
          <p:cNvSpPr/>
          <p:nvPr/>
        </p:nvSpPr>
        <p:spPr>
          <a:xfrm>
            <a:off x="9875520" y="1667637"/>
            <a:ext cx="16642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89" name="Shape 28">
            <a:extLst>
              <a:ext uri="{FF2B5EF4-FFF2-40B4-BE49-F238E27FC236}">
                <a16:creationId xmlns:a16="http://schemas.microsoft.com/office/drawing/2014/main" id="{A7B2B095-60DB-ED53-9470-21A89998F2B0}"/>
              </a:ext>
            </a:extLst>
          </p:cNvPr>
          <p:cNvSpPr/>
          <p:nvPr/>
        </p:nvSpPr>
        <p:spPr>
          <a:xfrm>
            <a:off x="9875520" y="1667637"/>
            <a:ext cx="73152" cy="16002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Text 29">
            <a:extLst>
              <a:ext uri="{FF2B5EF4-FFF2-40B4-BE49-F238E27FC236}">
                <a16:creationId xmlns:a16="http://schemas.microsoft.com/office/drawing/2014/main" id="{4B7717B5-BA54-24A0-2628-8ACC823C07F0}"/>
              </a:ext>
            </a:extLst>
          </p:cNvPr>
          <p:cNvSpPr/>
          <p:nvPr/>
        </p:nvSpPr>
        <p:spPr>
          <a:xfrm>
            <a:off x="10131552" y="1868805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B2F"/>
                </a:solidFill>
              </a:rPr>
              <a:t>CatBoost B</a:t>
            </a:r>
            <a:endParaRPr lang="en-US" sz="1600" dirty="0"/>
          </a:p>
        </p:txBody>
      </p:sp>
      <p:sp>
        <p:nvSpPr>
          <p:cNvPr id="94" name="Text 30">
            <a:extLst>
              <a:ext uri="{FF2B5EF4-FFF2-40B4-BE49-F238E27FC236}">
                <a16:creationId xmlns:a16="http://schemas.microsoft.com/office/drawing/2014/main" id="{FC1C1D4C-F02C-A707-C16C-8EF462921433}"/>
              </a:ext>
            </a:extLst>
          </p:cNvPr>
          <p:cNvSpPr/>
          <p:nvPr/>
        </p:nvSpPr>
        <p:spPr>
          <a:xfrm>
            <a:off x="10131552" y="2326005"/>
            <a:ext cx="12252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617085"/>
                </a:solidFill>
              </a:rPr>
              <a:t>Lags 1 a 4</a:t>
            </a:r>
            <a:endParaRPr lang="en-US" sz="1150" dirty="0"/>
          </a:p>
          <a:p>
            <a:r>
              <a:rPr lang="en-US" sz="1150" dirty="0">
                <a:solidFill>
                  <a:srgbClr val="617085"/>
                </a:solidFill>
              </a:rPr>
              <a:t>Ventanas 2 y 4</a:t>
            </a:r>
            <a:endParaRPr lang="en-US" sz="1150" dirty="0"/>
          </a:p>
        </p:txBody>
      </p:sp>
      <p:sp>
        <p:nvSpPr>
          <p:cNvPr id="97" name="Shape 31">
            <a:extLst>
              <a:ext uri="{FF2B5EF4-FFF2-40B4-BE49-F238E27FC236}">
                <a16:creationId xmlns:a16="http://schemas.microsoft.com/office/drawing/2014/main" id="{144D4F10-6795-4D6E-5C0E-1F659F75A8CA}"/>
              </a:ext>
            </a:extLst>
          </p:cNvPr>
          <p:cNvSpPr/>
          <p:nvPr/>
        </p:nvSpPr>
        <p:spPr>
          <a:xfrm>
            <a:off x="5989320" y="3606165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99" name="Shape 32">
            <a:extLst>
              <a:ext uri="{FF2B5EF4-FFF2-40B4-BE49-F238E27FC236}">
                <a16:creationId xmlns:a16="http://schemas.microsoft.com/office/drawing/2014/main" id="{3D501D88-F2B7-4810-C98D-36C6E32D50D7}"/>
              </a:ext>
            </a:extLst>
          </p:cNvPr>
          <p:cNvSpPr/>
          <p:nvPr/>
        </p:nvSpPr>
        <p:spPr>
          <a:xfrm>
            <a:off x="5989320" y="3606165"/>
            <a:ext cx="73152" cy="1600200"/>
          </a:xfrm>
          <a:prstGeom prst="rect">
            <a:avLst/>
          </a:prstGeom>
          <a:solidFill>
            <a:srgbClr val="F5E003"/>
          </a:solidFill>
          <a:ln w="12700">
            <a:solidFill>
              <a:srgbClr val="F5E00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2" name="Text 33">
            <a:extLst>
              <a:ext uri="{FF2B5EF4-FFF2-40B4-BE49-F238E27FC236}">
                <a16:creationId xmlns:a16="http://schemas.microsoft.com/office/drawing/2014/main" id="{4C83A071-ABCD-352C-18A8-580DC2E0F1DC}"/>
              </a:ext>
            </a:extLst>
          </p:cNvPr>
          <p:cNvSpPr/>
          <p:nvPr/>
        </p:nvSpPr>
        <p:spPr>
          <a:xfrm>
            <a:off x="6245352" y="3807333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B2F"/>
                </a:solidFill>
              </a:rPr>
              <a:t>CatBoost C</a:t>
            </a:r>
            <a:endParaRPr lang="en-US" sz="1600" dirty="0"/>
          </a:p>
        </p:txBody>
      </p:sp>
      <p:sp>
        <p:nvSpPr>
          <p:cNvPr id="105" name="Text 34">
            <a:extLst>
              <a:ext uri="{FF2B5EF4-FFF2-40B4-BE49-F238E27FC236}">
                <a16:creationId xmlns:a16="http://schemas.microsoft.com/office/drawing/2014/main" id="{FA807F0D-D120-8771-42B2-5192D6DEB11C}"/>
              </a:ext>
            </a:extLst>
          </p:cNvPr>
          <p:cNvSpPr/>
          <p:nvPr/>
        </p:nvSpPr>
        <p:spPr>
          <a:xfrm>
            <a:off x="6245352" y="4264533"/>
            <a:ext cx="20756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617085"/>
                </a:solidFill>
              </a:rPr>
              <a:t>Lags 1, 2, 3, 4 y 6</a:t>
            </a:r>
            <a:endParaRPr lang="en-US" sz="1150" dirty="0"/>
          </a:p>
          <a:p>
            <a:r>
              <a:rPr lang="en-US" sz="1150" dirty="0">
                <a:solidFill>
                  <a:srgbClr val="617085"/>
                </a:solidFill>
              </a:rPr>
              <a:t>Ventanas 2 y 4</a:t>
            </a:r>
            <a:endParaRPr lang="en-US" sz="1150" dirty="0"/>
          </a:p>
        </p:txBody>
      </p:sp>
      <p:sp>
        <p:nvSpPr>
          <p:cNvPr id="107" name="Shape 35">
            <a:extLst>
              <a:ext uri="{FF2B5EF4-FFF2-40B4-BE49-F238E27FC236}">
                <a16:creationId xmlns:a16="http://schemas.microsoft.com/office/drawing/2014/main" id="{10376997-FC3E-A78D-0D23-B20D06C50230}"/>
              </a:ext>
            </a:extLst>
          </p:cNvPr>
          <p:cNvSpPr/>
          <p:nvPr/>
        </p:nvSpPr>
        <p:spPr>
          <a:xfrm>
            <a:off x="8759952" y="3606165"/>
            <a:ext cx="277977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111" name="Shape 36">
            <a:extLst>
              <a:ext uri="{FF2B5EF4-FFF2-40B4-BE49-F238E27FC236}">
                <a16:creationId xmlns:a16="http://schemas.microsoft.com/office/drawing/2014/main" id="{4B409434-2481-7CC5-3760-D2E7E9C8D8C1}"/>
              </a:ext>
            </a:extLst>
          </p:cNvPr>
          <p:cNvSpPr/>
          <p:nvPr/>
        </p:nvSpPr>
        <p:spPr>
          <a:xfrm>
            <a:off x="8759952" y="3606165"/>
            <a:ext cx="73152" cy="1600200"/>
          </a:xfrm>
          <a:prstGeom prst="rect">
            <a:avLst/>
          </a:prstGeom>
          <a:solidFill>
            <a:srgbClr val="8F8E8C"/>
          </a:solidFill>
          <a:ln w="12700">
            <a:solidFill>
              <a:srgbClr val="8F8E8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4" name="Text 37">
            <a:extLst>
              <a:ext uri="{FF2B5EF4-FFF2-40B4-BE49-F238E27FC236}">
                <a16:creationId xmlns:a16="http://schemas.microsoft.com/office/drawing/2014/main" id="{B65352CD-3B9A-69D8-41FA-21450ABA8EF8}"/>
              </a:ext>
            </a:extLst>
          </p:cNvPr>
          <p:cNvSpPr/>
          <p:nvPr/>
        </p:nvSpPr>
        <p:spPr>
          <a:xfrm>
            <a:off x="9015984" y="3807333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B2F"/>
                </a:solidFill>
              </a:rPr>
              <a:t>Criterios de selección</a:t>
            </a:r>
            <a:endParaRPr lang="en-US" sz="1600" dirty="0"/>
          </a:p>
        </p:txBody>
      </p:sp>
      <p:sp>
        <p:nvSpPr>
          <p:cNvPr id="116" name="Text 38">
            <a:extLst>
              <a:ext uri="{FF2B5EF4-FFF2-40B4-BE49-F238E27FC236}">
                <a16:creationId xmlns:a16="http://schemas.microsoft.com/office/drawing/2014/main" id="{D1A34A95-BD88-35F1-463C-FA3CD2EFAAD3}"/>
              </a:ext>
            </a:extLst>
          </p:cNvPr>
          <p:cNvSpPr/>
          <p:nvPr/>
        </p:nvSpPr>
        <p:spPr>
          <a:xfrm>
            <a:off x="9015984" y="4264533"/>
            <a:ext cx="234086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617085"/>
                </a:solidFill>
              </a:rPr>
              <a:t>WAPE, Bias, Pinball Loss</a:t>
            </a:r>
            <a:endParaRPr lang="en-US" sz="1150" dirty="0"/>
          </a:p>
          <a:p>
            <a:r>
              <a:rPr lang="en-US" sz="1150" dirty="0">
                <a:solidFill>
                  <a:srgbClr val="617085"/>
                </a:solidFill>
              </a:rPr>
              <a:t>Cobertura y estabilidad</a:t>
            </a:r>
            <a:endParaRPr lang="en-US" sz="1150" dirty="0"/>
          </a:p>
        </p:txBody>
      </p:sp>
      <p:sp>
        <p:nvSpPr>
          <p:cNvPr id="118" name="Shape 39">
            <a:extLst>
              <a:ext uri="{FF2B5EF4-FFF2-40B4-BE49-F238E27FC236}">
                <a16:creationId xmlns:a16="http://schemas.microsoft.com/office/drawing/2014/main" id="{11ECF3C1-8B7A-725D-9A66-DBB37BAB9649}"/>
              </a:ext>
            </a:extLst>
          </p:cNvPr>
          <p:cNvSpPr/>
          <p:nvPr/>
        </p:nvSpPr>
        <p:spPr>
          <a:xfrm>
            <a:off x="658368" y="5522595"/>
            <a:ext cx="10881360" cy="658368"/>
          </a:xfrm>
          <a:prstGeom prst="roundRect">
            <a:avLst>
              <a:gd name="adj" fmla="val 17130"/>
            </a:avLst>
          </a:prstGeom>
          <a:solidFill>
            <a:srgbClr val="EFEFE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0" name="Text 40">
            <a:extLst>
              <a:ext uri="{FF2B5EF4-FFF2-40B4-BE49-F238E27FC236}">
                <a16:creationId xmlns:a16="http://schemas.microsoft.com/office/drawing/2014/main" id="{B35ECE12-DDE7-4031-5D38-77C95D7AC8EA}"/>
              </a:ext>
            </a:extLst>
          </p:cNvPr>
          <p:cNvSpPr/>
          <p:nvPr/>
        </p:nvSpPr>
        <p:spPr>
          <a:xfrm>
            <a:off x="1428750" y="5830682"/>
            <a:ext cx="10619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Decisión metodológica: </a:t>
            </a:r>
            <a:r>
              <a:rPr lang="en-US" sz="1350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conservar el mejor baseline puntual y seleccionar CatBoost como modelo probabilístico para la optimización.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122" name="Gráfico 121" descr="Lights On con relleno sólido">
            <a:extLst>
              <a:ext uri="{FF2B5EF4-FFF2-40B4-BE49-F238E27FC236}">
                <a16:creationId xmlns:a16="http://schemas.microsoft.com/office/drawing/2014/main" id="{C89F46F0-0C8E-02B6-3AB2-FAA9BECD69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82" y="3305342"/>
            <a:ext cx="425720" cy="425720"/>
          </a:xfrm>
          <a:prstGeom prst="rect">
            <a:avLst/>
          </a:prstGeom>
        </p:spPr>
      </p:pic>
      <p:pic>
        <p:nvPicPr>
          <p:cNvPr id="124" name="Gráfico 123" descr="Postit Notes con relleno sólido">
            <a:extLst>
              <a:ext uri="{FF2B5EF4-FFF2-40B4-BE49-F238E27FC236}">
                <a16:creationId xmlns:a16="http://schemas.microsoft.com/office/drawing/2014/main" id="{FB34B3E2-9CBD-0309-80AE-1E31B33AC2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8304" y="5711345"/>
            <a:ext cx="365450" cy="36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6492A-02A7-76C3-AD61-51115CDF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5CB14FF1-51C5-7A6A-E4A2-F8DA96F7B06A}"/>
              </a:ext>
            </a:extLst>
          </p:cNvPr>
          <p:cNvSpPr/>
          <p:nvPr/>
        </p:nvSpPr>
        <p:spPr>
          <a:xfrm>
            <a:off x="1210056" y="2137568"/>
            <a:ext cx="10171834" cy="624540"/>
          </a:xfrm>
          <a:prstGeom prst="roundRect">
            <a:avLst/>
          </a:prstGeom>
          <a:solidFill>
            <a:srgbClr val="FDF2DC"/>
          </a:solidFill>
          <a:ln>
            <a:solidFill>
              <a:srgbClr val="FDF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72743F6-0CB6-B202-623D-8634A3DCD763}"/>
              </a:ext>
            </a:extLst>
          </p:cNvPr>
          <p:cNvCxnSpPr/>
          <p:nvPr/>
        </p:nvCxnSpPr>
        <p:spPr>
          <a:xfrm>
            <a:off x="1191491" y="369455"/>
            <a:ext cx="0" cy="591127"/>
          </a:xfrm>
          <a:prstGeom prst="line">
            <a:avLst/>
          </a:prstGeom>
          <a:ln w="44450">
            <a:solidFill>
              <a:srgbClr val="E5B6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B7C43C4E-D2C6-0DCD-4EE8-72262110C6A5}"/>
              </a:ext>
            </a:extLst>
          </p:cNvPr>
          <p:cNvSpPr txBox="1"/>
          <p:nvPr/>
        </p:nvSpPr>
        <p:spPr>
          <a:xfrm>
            <a:off x="1226174" y="332434"/>
            <a:ext cx="9785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72" panose="020B0503030000000003" pitchFamily="34" charset="0"/>
                <a:cs typeface="72" panose="020B0503030000000003" pitchFamily="34" charset="0"/>
              </a:rPr>
              <a:t>Resultados del Pronóstico Central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1769E9F-372F-1F82-9875-45087D2ACCB1}"/>
              </a:ext>
            </a:extLst>
          </p:cNvPr>
          <p:cNvSpPr txBox="1"/>
          <p:nvPr/>
        </p:nvSpPr>
        <p:spPr>
          <a:xfrm>
            <a:off x="1228435" y="986506"/>
            <a:ext cx="9287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El </a:t>
            </a:r>
            <a:r>
              <a:rPr lang="es-MX" sz="1400" b="0" i="0" dirty="0" err="1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baseline</a:t>
            </a:r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 simple gana por margen estrecho; </a:t>
            </a:r>
            <a:r>
              <a:rPr lang="es-MX" sz="1400" b="0" i="0" dirty="0" err="1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CatBoost</a:t>
            </a:r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 conserva desempeño competitivo y añade incertidumbre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EBC88A-9D2B-C4B4-6BA8-11A2923EFAF9}"/>
              </a:ext>
            </a:extLst>
          </p:cNvPr>
          <p:cNvSpPr/>
          <p:nvPr/>
        </p:nvSpPr>
        <p:spPr>
          <a:xfrm>
            <a:off x="713232" y="169849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7203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Media móvil 4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41CBD54-F810-DDCC-23EA-4A86696B4A75}"/>
              </a:ext>
            </a:extLst>
          </p:cNvPr>
          <p:cNvSpPr/>
          <p:nvPr/>
        </p:nvSpPr>
        <p:spPr>
          <a:xfrm>
            <a:off x="3218688" y="1616202"/>
            <a:ext cx="6903720" cy="393192"/>
          </a:xfrm>
          <a:prstGeom prst="roundRect">
            <a:avLst>
              <a:gd name="adj" fmla="val 9302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9EB6A950-16FD-7A4E-97E1-F6744AB12CFF}"/>
              </a:ext>
            </a:extLst>
          </p:cNvPr>
          <p:cNvSpPr/>
          <p:nvPr/>
        </p:nvSpPr>
        <p:spPr>
          <a:xfrm>
            <a:off x="3218688" y="1616202"/>
            <a:ext cx="5740345" cy="393192"/>
          </a:xfrm>
          <a:prstGeom prst="roundRect">
            <a:avLst>
              <a:gd name="adj" fmla="val 9302"/>
            </a:avLst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B32E5446-FE03-E085-F3EC-750F312F985D}"/>
              </a:ext>
            </a:extLst>
          </p:cNvPr>
          <p:cNvSpPr/>
          <p:nvPr/>
        </p:nvSpPr>
        <p:spPr>
          <a:xfrm>
            <a:off x="10268712" y="166192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11.64%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02AF53EE-11C2-0623-EC4F-5AE715710508}"/>
              </a:ext>
            </a:extLst>
          </p:cNvPr>
          <p:cNvSpPr/>
          <p:nvPr/>
        </p:nvSpPr>
        <p:spPr>
          <a:xfrm>
            <a:off x="713232" y="233857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7203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CatBoost hasta lag 6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B9F3C373-0CB0-A405-C95B-911BBCC30AEC}"/>
              </a:ext>
            </a:extLst>
          </p:cNvPr>
          <p:cNvSpPr/>
          <p:nvPr/>
        </p:nvSpPr>
        <p:spPr>
          <a:xfrm>
            <a:off x="3218688" y="2256282"/>
            <a:ext cx="6903720" cy="393192"/>
          </a:xfrm>
          <a:prstGeom prst="roundRect">
            <a:avLst>
              <a:gd name="adj" fmla="val 9302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4EDF3587-8C16-48AF-C392-5BEAECD7B272}"/>
              </a:ext>
            </a:extLst>
          </p:cNvPr>
          <p:cNvSpPr/>
          <p:nvPr/>
        </p:nvSpPr>
        <p:spPr>
          <a:xfrm>
            <a:off x="3218688" y="2256282"/>
            <a:ext cx="5887098" cy="393192"/>
          </a:xfrm>
          <a:prstGeom prst="roundRect">
            <a:avLst>
              <a:gd name="adj" fmla="val 9302"/>
            </a:avLst>
          </a:prstGeom>
          <a:solidFill>
            <a:srgbClr val="F5E003"/>
          </a:solidFill>
          <a:ln w="12700">
            <a:solidFill>
              <a:srgbClr val="F5E00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61B57AD7-D7B9-D85C-87B9-04752FF0E0C6}"/>
              </a:ext>
            </a:extLst>
          </p:cNvPr>
          <p:cNvSpPr/>
          <p:nvPr/>
        </p:nvSpPr>
        <p:spPr>
          <a:xfrm>
            <a:off x="10268712" y="230200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11.94%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DC5B8BD6-D9BD-2DAB-8228-A47A5FF30FB5}"/>
              </a:ext>
            </a:extLst>
          </p:cNvPr>
          <p:cNvSpPr/>
          <p:nvPr/>
        </p:nvSpPr>
        <p:spPr>
          <a:xfrm>
            <a:off x="713232" y="297865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7203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Media móvil 2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9682E3D1-35AB-BF5C-C61A-D54E2AAFC992}"/>
              </a:ext>
            </a:extLst>
          </p:cNvPr>
          <p:cNvSpPr/>
          <p:nvPr/>
        </p:nvSpPr>
        <p:spPr>
          <a:xfrm>
            <a:off x="3218688" y="2896362"/>
            <a:ext cx="6903720" cy="393192"/>
          </a:xfrm>
          <a:prstGeom prst="roundRect">
            <a:avLst>
              <a:gd name="adj" fmla="val 9302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94554185-7CCC-BEA5-AA8C-0D26207A414D}"/>
              </a:ext>
            </a:extLst>
          </p:cNvPr>
          <p:cNvSpPr/>
          <p:nvPr/>
        </p:nvSpPr>
        <p:spPr>
          <a:xfrm>
            <a:off x="3218688" y="2896362"/>
            <a:ext cx="5954508" cy="393192"/>
          </a:xfrm>
          <a:prstGeom prst="roundRect">
            <a:avLst>
              <a:gd name="adj" fmla="val 9302"/>
            </a:avLst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EA27E9CE-CCF4-24E4-6140-5C048CD6269E}"/>
              </a:ext>
            </a:extLst>
          </p:cNvPr>
          <p:cNvSpPr/>
          <p:nvPr/>
        </p:nvSpPr>
        <p:spPr>
          <a:xfrm>
            <a:off x="10268712" y="294208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12.08%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7C183875-0CF1-BEC8-8592-36634F166736}"/>
              </a:ext>
            </a:extLst>
          </p:cNvPr>
          <p:cNvSpPr/>
          <p:nvPr/>
        </p:nvSpPr>
        <p:spPr>
          <a:xfrm>
            <a:off x="713232" y="361873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7203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CatBoost 4 lags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6AF6EA3F-2234-0195-FF12-70D4C93BF17E}"/>
              </a:ext>
            </a:extLst>
          </p:cNvPr>
          <p:cNvSpPr/>
          <p:nvPr/>
        </p:nvSpPr>
        <p:spPr>
          <a:xfrm>
            <a:off x="3218688" y="3536442"/>
            <a:ext cx="6903720" cy="393192"/>
          </a:xfrm>
          <a:prstGeom prst="roundRect">
            <a:avLst>
              <a:gd name="adj" fmla="val 9302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E03822E1-F8C1-8514-253A-45ECC37EE503}"/>
              </a:ext>
            </a:extLst>
          </p:cNvPr>
          <p:cNvSpPr/>
          <p:nvPr/>
        </p:nvSpPr>
        <p:spPr>
          <a:xfrm>
            <a:off x="3218688" y="3536442"/>
            <a:ext cx="5986758" cy="393192"/>
          </a:xfrm>
          <a:prstGeom prst="roundRect">
            <a:avLst>
              <a:gd name="adj" fmla="val 9302"/>
            </a:avLst>
          </a:prstGeom>
          <a:solidFill>
            <a:srgbClr val="8F8E8C"/>
          </a:solidFill>
          <a:ln w="12700">
            <a:solidFill>
              <a:srgbClr val="8F8E8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54DE593B-BB87-32F0-DBAB-03AE720D5F0B}"/>
              </a:ext>
            </a:extLst>
          </p:cNvPr>
          <p:cNvSpPr/>
          <p:nvPr/>
        </p:nvSpPr>
        <p:spPr>
          <a:xfrm>
            <a:off x="10268712" y="358216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12.14%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117AF049-5E4A-C1CC-ADA3-D0CC50954F79}"/>
              </a:ext>
            </a:extLst>
          </p:cNvPr>
          <p:cNvSpPr/>
          <p:nvPr/>
        </p:nvSpPr>
        <p:spPr>
          <a:xfrm>
            <a:off x="713232" y="425881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7203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CatBoost 2 lags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D7A1426A-851F-974D-FB4D-FE521833E4D4}"/>
              </a:ext>
            </a:extLst>
          </p:cNvPr>
          <p:cNvSpPr/>
          <p:nvPr/>
        </p:nvSpPr>
        <p:spPr>
          <a:xfrm>
            <a:off x="3218688" y="4176522"/>
            <a:ext cx="6903720" cy="393192"/>
          </a:xfrm>
          <a:prstGeom prst="roundRect">
            <a:avLst>
              <a:gd name="adj" fmla="val 9302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20">
            <a:extLst>
              <a:ext uri="{FF2B5EF4-FFF2-40B4-BE49-F238E27FC236}">
                <a16:creationId xmlns:a16="http://schemas.microsoft.com/office/drawing/2014/main" id="{B5CE7F68-DDCB-2D7C-6A35-A888ECEAF252}"/>
              </a:ext>
            </a:extLst>
          </p:cNvPr>
          <p:cNvSpPr/>
          <p:nvPr/>
        </p:nvSpPr>
        <p:spPr>
          <a:xfrm>
            <a:off x="3218688" y="4176522"/>
            <a:ext cx="6189382" cy="393192"/>
          </a:xfrm>
          <a:prstGeom prst="roundRect">
            <a:avLst>
              <a:gd name="adj" fmla="val 9302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C7B887E3-D84B-D92E-E68D-438B45151CFE}"/>
              </a:ext>
            </a:extLst>
          </p:cNvPr>
          <p:cNvSpPr/>
          <p:nvPr/>
        </p:nvSpPr>
        <p:spPr>
          <a:xfrm>
            <a:off x="10268712" y="422224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12.55%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F9DBAF80-3756-72DC-0C8D-3A6C77838955}"/>
              </a:ext>
            </a:extLst>
          </p:cNvPr>
          <p:cNvSpPr/>
          <p:nvPr/>
        </p:nvSpPr>
        <p:spPr>
          <a:xfrm>
            <a:off x="713232" y="489889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7203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Naive lag 1</a:t>
            </a:r>
            <a:endParaRPr lang="en-US" sz="11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9" name="Shape 23">
            <a:extLst>
              <a:ext uri="{FF2B5EF4-FFF2-40B4-BE49-F238E27FC236}">
                <a16:creationId xmlns:a16="http://schemas.microsoft.com/office/drawing/2014/main" id="{5625DF3E-951E-D7CF-22A1-7E14CED574FD}"/>
              </a:ext>
            </a:extLst>
          </p:cNvPr>
          <p:cNvSpPr/>
          <p:nvPr/>
        </p:nvSpPr>
        <p:spPr>
          <a:xfrm>
            <a:off x="3218688" y="4816602"/>
            <a:ext cx="6903720" cy="393192"/>
          </a:xfrm>
          <a:prstGeom prst="roundRect">
            <a:avLst>
              <a:gd name="adj" fmla="val 9302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Shape 24">
            <a:extLst>
              <a:ext uri="{FF2B5EF4-FFF2-40B4-BE49-F238E27FC236}">
                <a16:creationId xmlns:a16="http://schemas.microsoft.com/office/drawing/2014/main" id="{C9971340-A404-51D5-7636-B1EA71873926}"/>
              </a:ext>
            </a:extLst>
          </p:cNvPr>
          <p:cNvSpPr/>
          <p:nvPr/>
        </p:nvSpPr>
        <p:spPr>
          <a:xfrm>
            <a:off x="3218688" y="4816602"/>
            <a:ext cx="6478993" cy="393192"/>
          </a:xfrm>
          <a:prstGeom prst="roundRect">
            <a:avLst>
              <a:gd name="adj" fmla="val 930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EB835A14-2B04-D02F-9789-8EA3F898E44D}"/>
              </a:ext>
            </a:extLst>
          </p:cNvPr>
          <p:cNvSpPr/>
          <p:nvPr/>
        </p:nvSpPr>
        <p:spPr>
          <a:xfrm>
            <a:off x="10268712" y="486232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13.14%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7" name="Shape 26">
            <a:extLst>
              <a:ext uri="{FF2B5EF4-FFF2-40B4-BE49-F238E27FC236}">
                <a16:creationId xmlns:a16="http://schemas.microsoft.com/office/drawing/2014/main" id="{A0C02A6A-AC9A-7864-2CEF-6BD09AD1E50E}"/>
              </a:ext>
            </a:extLst>
          </p:cNvPr>
          <p:cNvSpPr/>
          <p:nvPr/>
        </p:nvSpPr>
        <p:spPr>
          <a:xfrm>
            <a:off x="713232" y="5657850"/>
            <a:ext cx="5257800" cy="594360"/>
          </a:xfrm>
          <a:prstGeom prst="roundRect">
            <a:avLst>
              <a:gd name="adj" fmla="val 17372"/>
            </a:avLst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0" name="Text 27">
            <a:extLst>
              <a:ext uri="{FF2B5EF4-FFF2-40B4-BE49-F238E27FC236}">
                <a16:creationId xmlns:a16="http://schemas.microsoft.com/office/drawing/2014/main" id="{DC604569-E0D3-863F-B3B0-169297271676}"/>
              </a:ext>
            </a:extLst>
          </p:cNvPr>
          <p:cNvSpPr/>
          <p:nvPr/>
        </p:nvSpPr>
        <p:spPr>
          <a:xfrm>
            <a:off x="987552" y="584987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Mejor WAPE puntual: 11,64%</a:t>
            </a:r>
            <a:endParaRPr lang="en-US" sz="1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2" name="Shape 28">
            <a:extLst>
              <a:ext uri="{FF2B5EF4-FFF2-40B4-BE49-F238E27FC236}">
                <a16:creationId xmlns:a16="http://schemas.microsoft.com/office/drawing/2014/main" id="{4F685E2B-BC6B-468D-8B64-9F38E53DFB6A}"/>
              </a:ext>
            </a:extLst>
          </p:cNvPr>
          <p:cNvSpPr/>
          <p:nvPr/>
        </p:nvSpPr>
        <p:spPr>
          <a:xfrm>
            <a:off x="6217920" y="5657850"/>
            <a:ext cx="5047488" cy="594360"/>
          </a:xfrm>
          <a:prstGeom prst="roundRect">
            <a:avLst>
              <a:gd name="adj" fmla="val 17372"/>
            </a:avLst>
          </a:prstGeom>
          <a:noFill/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5" name="Text 29">
            <a:extLst>
              <a:ext uri="{FF2B5EF4-FFF2-40B4-BE49-F238E27FC236}">
                <a16:creationId xmlns:a16="http://schemas.microsoft.com/office/drawing/2014/main" id="{B5C59E74-4A3E-0686-1E4A-86D55AB2F848}"/>
              </a:ext>
            </a:extLst>
          </p:cNvPr>
          <p:cNvSpPr/>
          <p:nvPr/>
        </p:nvSpPr>
        <p:spPr>
          <a:xfrm>
            <a:off x="6473952" y="5849874"/>
            <a:ext cx="4535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Brecha CatBoost vs. ganador: 0,30 pp</a:t>
            </a:r>
            <a:endParaRPr lang="en-US" sz="1400" dirty="0">
              <a:solidFill>
                <a:srgbClr val="666666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21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7277-6B93-2B29-8955-A14A70D07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C4982B5-7F71-F068-E1DF-5522071A3ACD}"/>
              </a:ext>
            </a:extLst>
          </p:cNvPr>
          <p:cNvCxnSpPr/>
          <p:nvPr/>
        </p:nvCxnSpPr>
        <p:spPr>
          <a:xfrm>
            <a:off x="1191491" y="369455"/>
            <a:ext cx="0" cy="591127"/>
          </a:xfrm>
          <a:prstGeom prst="line">
            <a:avLst/>
          </a:prstGeom>
          <a:ln w="44450">
            <a:solidFill>
              <a:srgbClr val="E5B6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B692981D-0142-FFB5-474B-23102BEACF18}"/>
              </a:ext>
            </a:extLst>
          </p:cNvPr>
          <p:cNvSpPr txBox="1"/>
          <p:nvPr/>
        </p:nvSpPr>
        <p:spPr>
          <a:xfrm>
            <a:off x="1226174" y="332434"/>
            <a:ext cx="9785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72" panose="020B0503030000000003" pitchFamily="34" charset="0"/>
                <a:cs typeface="72" panose="020B0503030000000003" pitchFamily="34" charset="0"/>
              </a:rPr>
              <a:t>De la incertidumbre al pedido óptimo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9E3797-D6A6-32C3-8998-3A9CFFE63BA5}"/>
              </a:ext>
            </a:extLst>
          </p:cNvPr>
          <p:cNvSpPr txBox="1"/>
          <p:nvPr/>
        </p:nvSpPr>
        <p:spPr>
          <a:xfrm>
            <a:off x="1228435" y="996031"/>
            <a:ext cx="9287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0" i="0" dirty="0" err="1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Newsvendor</a:t>
            </a:r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 adapta el nivel de servicio a la economía de cada producto</a:t>
            </a:r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5337FC90-B631-7D1F-E80B-CDBD2F7BF5C9}"/>
              </a:ext>
            </a:extLst>
          </p:cNvPr>
          <p:cNvSpPr/>
          <p:nvPr/>
        </p:nvSpPr>
        <p:spPr>
          <a:xfrm>
            <a:off x="1040892" y="2022348"/>
            <a:ext cx="4674104" cy="3130677"/>
          </a:xfrm>
          <a:prstGeom prst="roundRect">
            <a:avLst>
              <a:gd name="adj" fmla="val 4465"/>
            </a:avLst>
          </a:prstGeom>
          <a:solidFill>
            <a:srgbClr val="FFFFFF"/>
          </a:solidFill>
          <a:ln w="9525">
            <a:solidFill>
              <a:srgbClr val="8F8E8C"/>
            </a:solidFill>
            <a:prstDash val="solid"/>
          </a:ln>
          <a:effectLst/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1756A696-A6D7-3EEA-424E-537DB3CB7BAC}"/>
              </a:ext>
            </a:extLst>
          </p:cNvPr>
          <p:cNvSpPr/>
          <p:nvPr/>
        </p:nvSpPr>
        <p:spPr>
          <a:xfrm>
            <a:off x="1379220" y="2397252"/>
            <a:ext cx="384048" cy="384048"/>
          </a:xfrm>
          <a:prstGeom prst="ellipse">
            <a:avLst/>
          </a:prstGeom>
          <a:solidFill>
            <a:srgbClr val="E5B61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72" panose="020B0503030000000003" pitchFamily="34" charset="0"/>
                <a:cs typeface="72" panose="020B0503030000000003" pitchFamily="34" charset="0"/>
              </a:rPr>
              <a:t>1</a:t>
            </a:r>
            <a:endParaRPr lang="en-US" sz="1600" dirty="0"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EBAE494D-2947-AD3E-73A0-8A98F2DFE5A9}"/>
              </a:ext>
            </a:extLst>
          </p:cNvPr>
          <p:cNvSpPr/>
          <p:nvPr/>
        </p:nvSpPr>
        <p:spPr>
          <a:xfrm>
            <a:off x="1955292" y="246126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 = precio de venta − costo unitario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2503856F-D7C9-846C-5CF3-73A4722FC830}"/>
              </a:ext>
            </a:extLst>
          </p:cNvPr>
          <p:cNvSpPr/>
          <p:nvPr/>
        </p:nvSpPr>
        <p:spPr>
          <a:xfrm>
            <a:off x="1955292" y="280873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Costo económico de una unidad no atendida</a:t>
            </a:r>
            <a:endParaRPr lang="en-US" sz="1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E5009C7C-0036-F196-375F-35D35E1C3E7B}"/>
              </a:ext>
            </a:extLst>
          </p:cNvPr>
          <p:cNvSpPr/>
          <p:nvPr/>
        </p:nvSpPr>
        <p:spPr>
          <a:xfrm>
            <a:off x="1379220" y="3265932"/>
            <a:ext cx="384048" cy="384048"/>
          </a:xfrm>
          <a:prstGeom prst="ellipse">
            <a:avLst/>
          </a:prstGeom>
          <a:solidFill>
            <a:srgbClr val="66666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72" panose="020B0503030000000003" pitchFamily="34" charset="0"/>
                <a:cs typeface="72" panose="020B0503030000000003" pitchFamily="34" charset="0"/>
              </a:rPr>
              <a:t>2</a:t>
            </a:r>
            <a:endParaRPr lang="en-US" sz="1600" dirty="0"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7C714214-9E2E-F7EE-07C2-D444973D3EB8}"/>
              </a:ext>
            </a:extLst>
          </p:cNvPr>
          <p:cNvSpPr/>
          <p:nvPr/>
        </p:nvSpPr>
        <p:spPr>
          <a:xfrm>
            <a:off x="1955292" y="332994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 = costo de almacenamiento semanal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DC9CD3BB-53EC-5DCC-61EB-B6F0D3A831B1}"/>
              </a:ext>
            </a:extLst>
          </p:cNvPr>
          <p:cNvSpPr/>
          <p:nvPr/>
        </p:nvSpPr>
        <p:spPr>
          <a:xfrm>
            <a:off x="1955292" y="367741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Costo económico de una unidad sobrante</a:t>
            </a:r>
            <a:endParaRPr lang="en-US" sz="1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628718D9-38CE-2EF2-B40D-53C1FBF01EF0}"/>
              </a:ext>
            </a:extLst>
          </p:cNvPr>
          <p:cNvSpPr/>
          <p:nvPr/>
        </p:nvSpPr>
        <p:spPr>
          <a:xfrm>
            <a:off x="1379220" y="4134612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72" panose="020B0503030000000003" pitchFamily="34" charset="0"/>
                <a:cs typeface="72" panose="020B0503030000000003" pitchFamily="34" charset="0"/>
              </a:rPr>
              <a:t>3</a:t>
            </a:r>
            <a:endParaRPr lang="en-US" sz="1600" dirty="0"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76" name="Text 11">
            <a:extLst>
              <a:ext uri="{FF2B5EF4-FFF2-40B4-BE49-F238E27FC236}">
                <a16:creationId xmlns:a16="http://schemas.microsoft.com/office/drawing/2014/main" id="{FD33A5E6-0AA3-EB4A-9795-6C3F8279B965}"/>
              </a:ext>
            </a:extLst>
          </p:cNvPr>
          <p:cNvSpPr/>
          <p:nvPr/>
        </p:nvSpPr>
        <p:spPr>
          <a:xfrm>
            <a:off x="1955292" y="4640278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 razón crítica selecciona el percentil de demanda</a:t>
            </a:r>
            <a:endParaRPr lang="en-US" sz="1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9" name="Shape 12">
            <a:extLst>
              <a:ext uri="{FF2B5EF4-FFF2-40B4-BE49-F238E27FC236}">
                <a16:creationId xmlns:a16="http://schemas.microsoft.com/office/drawing/2014/main" id="{8C1A71A6-9048-0C84-E8B1-84FFF0CAD12F}"/>
              </a:ext>
            </a:extLst>
          </p:cNvPr>
          <p:cNvSpPr/>
          <p:nvPr/>
        </p:nvSpPr>
        <p:spPr>
          <a:xfrm>
            <a:off x="6438896" y="2882265"/>
            <a:ext cx="5230368" cy="713232"/>
          </a:xfrm>
          <a:prstGeom prst="roundRect">
            <a:avLst>
              <a:gd name="adj" fmla="val 11805"/>
            </a:avLst>
          </a:prstGeom>
          <a:solidFill>
            <a:srgbClr val="071B2F"/>
          </a:solidFill>
          <a:ln w="12700">
            <a:solidFill>
              <a:srgbClr val="071B2F"/>
            </a:solidFill>
            <a:prstDash val="solid"/>
          </a:ln>
        </p:spPr>
        <p:txBody>
          <a:bodyPr/>
          <a:lstStyle/>
          <a:p>
            <a:endParaRPr lang="es-MX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3" name="Text 13">
            <a:extLst>
              <a:ext uri="{FF2B5EF4-FFF2-40B4-BE49-F238E27FC236}">
                <a16:creationId xmlns:a16="http://schemas.microsoft.com/office/drawing/2014/main" id="{F1F37659-9358-8B7B-A375-88095C1D1397}"/>
              </a:ext>
            </a:extLst>
          </p:cNvPr>
          <p:cNvSpPr/>
          <p:nvPr/>
        </p:nvSpPr>
        <p:spPr>
          <a:xfrm>
            <a:off x="6685784" y="3110865"/>
            <a:ext cx="4736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Pedido = max(demanda objetivo − stock actual, 0)</a:t>
            </a:r>
            <a:endParaRPr lang="en-US" sz="1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6" name="Text 14">
            <a:extLst>
              <a:ext uri="{FF2B5EF4-FFF2-40B4-BE49-F238E27FC236}">
                <a16:creationId xmlns:a16="http://schemas.microsoft.com/office/drawing/2014/main" id="{14A0CD7A-C4FB-FFF3-3A2D-E487FA7AF92D}"/>
              </a:ext>
            </a:extLst>
          </p:cNvPr>
          <p:cNvSpPr/>
          <p:nvPr/>
        </p:nvSpPr>
        <p:spPr>
          <a:xfrm>
            <a:off x="6530336" y="3659505"/>
            <a:ext cx="5138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785B"/>
                </a:solidFill>
                <a:latin typeface="72" panose="020B0503030000000003" pitchFamily="34" charset="0"/>
                <a:cs typeface="72" panose="020B0503030000000003" pitchFamily="34" charset="0"/>
              </a:rPr>
              <a:t>Alto margen + bajo almacenamiento → percentil alto y política agresiva</a:t>
            </a:r>
            <a:endParaRPr lang="en-US" sz="1150" dirty="0"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E1A0E1FA-C0B8-CE33-7812-E02133A87B24}"/>
              </a:ext>
            </a:extLst>
          </p:cNvPr>
          <p:cNvGrpSpPr/>
          <p:nvPr/>
        </p:nvGrpSpPr>
        <p:grpSpPr>
          <a:xfrm>
            <a:off x="1955292" y="4132530"/>
            <a:ext cx="1774083" cy="520091"/>
            <a:chOff x="1409745" y="5029936"/>
            <a:chExt cx="1774083" cy="520091"/>
          </a:xfrm>
        </p:grpSpPr>
        <p:sp>
          <p:nvSpPr>
            <p:cNvPr id="73" name="Text 10">
              <a:extLst>
                <a:ext uri="{FF2B5EF4-FFF2-40B4-BE49-F238E27FC236}">
                  <a16:creationId xmlns:a16="http://schemas.microsoft.com/office/drawing/2014/main" id="{57122A2B-1641-BBFC-F5B8-30774F8DB10B}"/>
                </a:ext>
              </a:extLst>
            </p:cNvPr>
            <p:cNvSpPr/>
            <p:nvPr/>
          </p:nvSpPr>
          <p:spPr>
            <a:xfrm>
              <a:off x="1409745" y="5165979"/>
              <a:ext cx="6571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666666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CR =</a:t>
              </a:r>
              <a:endParaRPr lang="en-US" sz="1500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  <p:sp>
          <p:nvSpPr>
            <p:cNvPr id="90" name="Text 10">
              <a:extLst>
                <a:ext uri="{FF2B5EF4-FFF2-40B4-BE49-F238E27FC236}">
                  <a16:creationId xmlns:a16="http://schemas.microsoft.com/office/drawing/2014/main" id="{24D8C85E-D1CB-5FE3-61A3-BB1165FE045C}"/>
                </a:ext>
              </a:extLst>
            </p:cNvPr>
            <p:cNvSpPr/>
            <p:nvPr/>
          </p:nvSpPr>
          <p:spPr>
            <a:xfrm>
              <a:off x="2354008" y="5029936"/>
              <a:ext cx="47358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666666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Cu</a:t>
              </a:r>
              <a:endParaRPr lang="en-US" sz="1500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  <p:sp>
          <p:nvSpPr>
            <p:cNvPr id="92" name="Text 10">
              <a:extLst>
                <a:ext uri="{FF2B5EF4-FFF2-40B4-BE49-F238E27FC236}">
                  <a16:creationId xmlns:a16="http://schemas.microsoft.com/office/drawing/2014/main" id="{810FDD80-9105-B103-F85A-BEA33C128099}"/>
                </a:ext>
              </a:extLst>
            </p:cNvPr>
            <p:cNvSpPr/>
            <p:nvPr/>
          </p:nvSpPr>
          <p:spPr>
            <a:xfrm>
              <a:off x="2116647" y="5293995"/>
              <a:ext cx="1067181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666666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(Cu + Co)</a:t>
              </a:r>
              <a:endParaRPr lang="en-US" sz="1500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CEA7F40C-2D90-73BB-6326-2FC07C2E9106}"/>
                </a:ext>
              </a:extLst>
            </p:cNvPr>
            <p:cNvCxnSpPr/>
            <p:nvPr/>
          </p:nvCxnSpPr>
          <p:spPr>
            <a:xfrm>
              <a:off x="1895475" y="5256631"/>
              <a:ext cx="1219200" cy="0"/>
            </a:xfrm>
            <a:prstGeom prst="line">
              <a:avLst/>
            </a:prstGeom>
            <a:ln>
              <a:solidFill>
                <a:srgbClr val="6666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CuadroTexto 95">
            <a:extLst>
              <a:ext uri="{FF2B5EF4-FFF2-40B4-BE49-F238E27FC236}">
                <a16:creationId xmlns:a16="http://schemas.microsoft.com/office/drawing/2014/main" id="{7CE3F9C5-9BF9-C37B-767D-2A63AE6F8ACB}"/>
              </a:ext>
            </a:extLst>
          </p:cNvPr>
          <p:cNvSpPr txBox="1"/>
          <p:nvPr/>
        </p:nvSpPr>
        <p:spPr>
          <a:xfrm>
            <a:off x="2491065" y="1659745"/>
            <a:ext cx="176414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50" b="0" i="0" cap="all" spc="225" dirty="0">
                <a:solidFill>
                  <a:srgbClr val="666666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Cómo funciona</a:t>
            </a:r>
            <a:endParaRPr lang="es-MX"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17D87533-FC80-8A4E-006A-CAD863EACBEC}"/>
              </a:ext>
            </a:extLst>
          </p:cNvPr>
          <p:cNvCxnSpPr/>
          <p:nvPr/>
        </p:nvCxnSpPr>
        <p:spPr>
          <a:xfrm>
            <a:off x="4166886" y="1748372"/>
            <a:ext cx="54494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B839CE5A-C059-7918-D11B-76137BDE1A41}"/>
              </a:ext>
            </a:extLst>
          </p:cNvPr>
          <p:cNvCxnSpPr/>
          <p:nvPr/>
        </p:nvCxnSpPr>
        <p:spPr>
          <a:xfrm>
            <a:off x="1946120" y="1738847"/>
            <a:ext cx="54494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0" name="Gráfico 99" descr="Caret Right con relleno sólido">
            <a:extLst>
              <a:ext uri="{FF2B5EF4-FFF2-40B4-BE49-F238E27FC236}">
                <a16:creationId xmlns:a16="http://schemas.microsoft.com/office/drawing/2014/main" id="{5BA13B70-A5CB-F154-B60F-0902FE4284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0609" y="278566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13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DBA4-E775-38B1-7D15-0F32D456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B09D4D4-5DB3-D0EF-073F-0F8F49F37E3C}"/>
              </a:ext>
            </a:extLst>
          </p:cNvPr>
          <p:cNvCxnSpPr/>
          <p:nvPr/>
        </p:nvCxnSpPr>
        <p:spPr>
          <a:xfrm>
            <a:off x="1191491" y="369455"/>
            <a:ext cx="0" cy="591127"/>
          </a:xfrm>
          <a:prstGeom prst="line">
            <a:avLst/>
          </a:prstGeom>
          <a:ln w="44450">
            <a:solidFill>
              <a:srgbClr val="E5B6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7B4E4DEB-91B6-66C4-4345-5133B209A883}"/>
              </a:ext>
            </a:extLst>
          </p:cNvPr>
          <p:cNvSpPr txBox="1"/>
          <p:nvPr/>
        </p:nvSpPr>
        <p:spPr>
          <a:xfrm>
            <a:off x="1226174" y="332434"/>
            <a:ext cx="9785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72" panose="020B0503030000000003" pitchFamily="34" charset="0"/>
                <a:cs typeface="72" panose="020B0503030000000003" pitchFamily="34" charset="0"/>
              </a:rPr>
              <a:t>Impacto de negocio y criterio de éxito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1DECEAA-D3A6-55ED-CEF1-D1A02F1D3463}"/>
              </a:ext>
            </a:extLst>
          </p:cNvPr>
          <p:cNvSpPr txBox="1"/>
          <p:nvPr/>
        </p:nvSpPr>
        <p:spPr>
          <a:xfrm>
            <a:off x="1228435" y="986506"/>
            <a:ext cx="9287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El éxito se evalúa por costo total y nivel de servicio, no solo por error predictivo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15CF8E7-87CE-1A5A-8A9A-7B820C44C0DA}"/>
              </a:ext>
            </a:extLst>
          </p:cNvPr>
          <p:cNvSpPr/>
          <p:nvPr/>
        </p:nvSpPr>
        <p:spPr>
          <a:xfrm>
            <a:off x="685800" y="1762887"/>
            <a:ext cx="3383280" cy="1481328"/>
          </a:xfrm>
          <a:prstGeom prst="roundRect">
            <a:avLst>
              <a:gd name="adj" fmla="val 8822"/>
            </a:avLst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  <a:effectLst/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720788D-2658-99C7-ADC5-428431010D14}"/>
              </a:ext>
            </a:extLst>
          </p:cNvPr>
          <p:cNvSpPr/>
          <p:nvPr/>
        </p:nvSpPr>
        <p:spPr>
          <a:xfrm>
            <a:off x="914400" y="2119503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24D57B3-77E0-3D14-A8A4-25A0EFFBDFBB}"/>
              </a:ext>
            </a:extLst>
          </p:cNvPr>
          <p:cNvSpPr/>
          <p:nvPr/>
        </p:nvSpPr>
        <p:spPr>
          <a:xfrm>
            <a:off x="914400" y="2289939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72" panose="020B0503030000000003" pitchFamily="34" charset="0"/>
                <a:ea typeface="Sans Serif Collection" panose="020B0502040504020204" pitchFamily="34" charset="0"/>
                <a:cs typeface="72" panose="020B0503030000000003" pitchFamily="34" charset="0"/>
              </a:rPr>
              <a:t>1</a:t>
            </a:r>
            <a:endParaRPr lang="en-US" sz="2400" dirty="0">
              <a:latin typeface="72" panose="020B0503030000000003" pitchFamily="34" charset="0"/>
              <a:ea typeface="Sans Serif Collection" panose="020B0502040504020204" pitchFamily="34" charset="0"/>
              <a:cs typeface="72" panose="020B0503030000000003" pitchFamily="34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0B11F065-1C7D-8F7F-27D4-69B366D26B17}"/>
              </a:ext>
            </a:extLst>
          </p:cNvPr>
          <p:cNvSpPr/>
          <p:nvPr/>
        </p:nvSpPr>
        <p:spPr>
          <a:xfrm>
            <a:off x="1599438" y="218135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Costo total</a:t>
            </a:r>
            <a:endParaRPr lang="en-US" sz="2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989A693C-D40A-D189-738D-E15C232C40D4}"/>
              </a:ext>
            </a:extLst>
          </p:cNvPr>
          <p:cNvSpPr/>
          <p:nvPr/>
        </p:nvSpPr>
        <p:spPr>
          <a:xfrm>
            <a:off x="1618488" y="2455571"/>
            <a:ext cx="22867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 × faltantes + Co × sobrantes</a:t>
            </a: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FB267E53-27B2-2D4D-D770-ABD5C5FFF4B1}"/>
              </a:ext>
            </a:extLst>
          </p:cNvPr>
          <p:cNvSpPr/>
          <p:nvPr/>
        </p:nvSpPr>
        <p:spPr>
          <a:xfrm>
            <a:off x="4453128" y="1762887"/>
            <a:ext cx="3383280" cy="1481328"/>
          </a:xfrm>
          <a:prstGeom prst="roundRect">
            <a:avLst>
              <a:gd name="adj" fmla="val 946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endParaRPr lang="es-MX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FF1F2C5F-399B-43C0-8C96-92F6F8EF9C3D}"/>
              </a:ext>
            </a:extLst>
          </p:cNvPr>
          <p:cNvSpPr/>
          <p:nvPr/>
        </p:nvSpPr>
        <p:spPr>
          <a:xfrm>
            <a:off x="4681728" y="2119503"/>
            <a:ext cx="548640" cy="548640"/>
          </a:xfrm>
          <a:prstGeom prst="ellipse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AC86353D-1195-71C7-EFA5-AF3033801E83}"/>
              </a:ext>
            </a:extLst>
          </p:cNvPr>
          <p:cNvSpPr/>
          <p:nvPr/>
        </p:nvSpPr>
        <p:spPr>
          <a:xfrm>
            <a:off x="4662678" y="2313813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72" panose="020B0503030000000003" pitchFamily="34" charset="0"/>
                <a:ea typeface="Sans Serif Collection" panose="020B0502040504020204" pitchFamily="34" charset="0"/>
                <a:cs typeface="72" panose="020B0503030000000003" pitchFamily="34" charset="0"/>
              </a:rPr>
              <a:t>2</a:t>
            </a:r>
            <a:endParaRPr lang="en-US" sz="2400" dirty="0">
              <a:latin typeface="72" panose="020B0503030000000003" pitchFamily="34" charset="0"/>
              <a:ea typeface="Sans Serif Collection" panose="020B0502040504020204" pitchFamily="34" charset="0"/>
              <a:cs typeface="72" panose="020B0503030000000003" pitchFamily="34" charset="0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2C03C98D-471B-A246-58A9-21AE3E2EBE9E}"/>
              </a:ext>
            </a:extLst>
          </p:cNvPr>
          <p:cNvSpPr/>
          <p:nvPr/>
        </p:nvSpPr>
        <p:spPr>
          <a:xfrm>
            <a:off x="5366766" y="2150493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Nivel de servicio</a:t>
            </a:r>
            <a:endParaRPr lang="en-US" sz="2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029BC411-76E2-CE42-F5D1-8B1F32D09595}"/>
              </a:ext>
            </a:extLst>
          </p:cNvPr>
          <p:cNvSpPr/>
          <p:nvPr/>
        </p:nvSpPr>
        <p:spPr>
          <a:xfrm>
            <a:off x="5193792" y="2421255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demanda atendida / demanda total</a:t>
            </a: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695522-58DA-C189-8BC5-118547D925F4}"/>
              </a:ext>
            </a:extLst>
          </p:cNvPr>
          <p:cNvSpPr/>
          <p:nvPr/>
        </p:nvSpPr>
        <p:spPr>
          <a:xfrm>
            <a:off x="8220456" y="1762887"/>
            <a:ext cx="3383280" cy="1481328"/>
          </a:xfrm>
          <a:prstGeom prst="roundRect">
            <a:avLst>
              <a:gd name="adj" fmla="val 10108"/>
            </a:avLst>
          </a:prstGeom>
          <a:solidFill>
            <a:srgbClr val="EFEFEF"/>
          </a:solidFill>
          <a:ln w="12700">
            <a:solidFill>
              <a:srgbClr val="8F8E8C"/>
            </a:solidFill>
            <a:prstDash val="solid"/>
          </a:ln>
          <a:effectLst/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562734C9-A3C4-2A9A-CD94-5931297DF86F}"/>
              </a:ext>
            </a:extLst>
          </p:cNvPr>
          <p:cNvSpPr/>
          <p:nvPr/>
        </p:nvSpPr>
        <p:spPr>
          <a:xfrm>
            <a:off x="8449056" y="2119503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675A3A06-01DF-F258-C773-41BA1D3F354F}"/>
              </a:ext>
            </a:extLst>
          </p:cNvPr>
          <p:cNvSpPr/>
          <p:nvPr/>
        </p:nvSpPr>
        <p:spPr>
          <a:xfrm>
            <a:off x="8430006" y="2313813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72" panose="020B0503030000000003" pitchFamily="34" charset="0"/>
                <a:ea typeface="Sans Serif Collection" panose="020B0502040504020204" pitchFamily="34" charset="0"/>
                <a:cs typeface="72" panose="020B0503030000000003" pitchFamily="34" charset="0"/>
              </a:rPr>
              <a:t>3</a:t>
            </a:r>
            <a:endParaRPr lang="en-US" sz="2400" dirty="0">
              <a:latin typeface="72" panose="020B0503030000000003" pitchFamily="34" charset="0"/>
              <a:ea typeface="Sans Serif Collection" panose="020B0502040504020204" pitchFamily="34" charset="0"/>
              <a:cs typeface="72" panose="020B0503030000000003" pitchFamily="34" charset="0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5F6F69D1-F4B0-4F19-8D29-0A43C9EA2556}"/>
              </a:ext>
            </a:extLst>
          </p:cNvPr>
          <p:cNvSpPr/>
          <p:nvPr/>
        </p:nvSpPr>
        <p:spPr>
          <a:xfrm>
            <a:off x="8793861" y="2209968"/>
            <a:ext cx="2544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Capital en inventario</a:t>
            </a:r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AE3310FF-3284-EC74-977E-D72AC24CD2D4}"/>
              </a:ext>
            </a:extLst>
          </p:cNvPr>
          <p:cNvSpPr/>
          <p:nvPr/>
        </p:nvSpPr>
        <p:spPr>
          <a:xfrm>
            <a:off x="9128760" y="262257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stock sobrante × costo unitario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AA17243F-B628-0E9B-B010-57E5E1D0D45F}"/>
              </a:ext>
            </a:extLst>
          </p:cNvPr>
          <p:cNvSpPr/>
          <p:nvPr/>
        </p:nvSpPr>
        <p:spPr>
          <a:xfrm>
            <a:off x="713232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Políticas a comparar en backtesting</a:t>
            </a:r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05D682F1-C96E-729D-E884-9A93590DD946}"/>
              </a:ext>
            </a:extLst>
          </p:cNvPr>
          <p:cNvSpPr/>
          <p:nvPr/>
        </p:nvSpPr>
        <p:spPr>
          <a:xfrm>
            <a:off x="731520" y="3948303"/>
            <a:ext cx="2487168" cy="1188720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7179D6A7-B85D-FA86-52AE-046CC688E66F}"/>
              </a:ext>
            </a:extLst>
          </p:cNvPr>
          <p:cNvSpPr/>
          <p:nvPr/>
        </p:nvSpPr>
        <p:spPr>
          <a:xfrm>
            <a:off x="868680" y="4222623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Media móvil 4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6FCC2D83-2513-735D-7F9B-64932E67CFCD}"/>
              </a:ext>
            </a:extLst>
          </p:cNvPr>
          <p:cNvSpPr/>
          <p:nvPr/>
        </p:nvSpPr>
        <p:spPr>
          <a:xfrm>
            <a:off x="868680" y="4624959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mejor baseline puntual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C02193B8-9C50-4C42-FAB1-ABB9A1A580EA}"/>
              </a:ext>
            </a:extLst>
          </p:cNvPr>
          <p:cNvSpPr/>
          <p:nvPr/>
        </p:nvSpPr>
        <p:spPr>
          <a:xfrm>
            <a:off x="3511296" y="3948303"/>
            <a:ext cx="2487168" cy="118872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5EDCCD7-592C-6EEF-2E55-C3DC661C5CBB}"/>
              </a:ext>
            </a:extLst>
          </p:cNvPr>
          <p:cNvSpPr/>
          <p:nvPr/>
        </p:nvSpPr>
        <p:spPr>
          <a:xfrm>
            <a:off x="3648456" y="4222623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P50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9ABC66EC-2FA0-B3B8-7305-DFD2FD2E13A7}"/>
              </a:ext>
            </a:extLst>
          </p:cNvPr>
          <p:cNvSpPr/>
          <p:nvPr/>
        </p:nvSpPr>
        <p:spPr>
          <a:xfrm>
            <a:off x="3648456" y="4624959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política neutral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BDA55854-D08D-B1BF-C713-1156B9B881C1}"/>
              </a:ext>
            </a:extLst>
          </p:cNvPr>
          <p:cNvSpPr/>
          <p:nvPr/>
        </p:nvSpPr>
        <p:spPr>
          <a:xfrm>
            <a:off x="6291072" y="3948303"/>
            <a:ext cx="2487168" cy="1188720"/>
          </a:xfrm>
          <a:prstGeom prst="roundRect">
            <a:avLst>
              <a:gd name="adj" fmla="val 12660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3AF2A310-2932-BA90-281B-C18BFD54393B}"/>
              </a:ext>
            </a:extLst>
          </p:cNvPr>
          <p:cNvSpPr/>
          <p:nvPr/>
        </p:nvSpPr>
        <p:spPr>
          <a:xfrm>
            <a:off x="6428232" y="4222623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2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P90 fijo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D66F0576-FCEF-A9A4-F6FC-038A42A1ED60}"/>
              </a:ext>
            </a:extLst>
          </p:cNvPr>
          <p:cNvSpPr/>
          <p:nvPr/>
        </p:nvSpPr>
        <p:spPr>
          <a:xfrm>
            <a:off x="6428232" y="4624959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08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misma agresividad para todos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1" name="Shape 27">
            <a:extLst>
              <a:ext uri="{FF2B5EF4-FFF2-40B4-BE49-F238E27FC236}">
                <a16:creationId xmlns:a16="http://schemas.microsoft.com/office/drawing/2014/main" id="{BDB51341-F2EE-1E4B-613D-1AA480305481}"/>
              </a:ext>
            </a:extLst>
          </p:cNvPr>
          <p:cNvSpPr/>
          <p:nvPr/>
        </p:nvSpPr>
        <p:spPr>
          <a:xfrm>
            <a:off x="9070848" y="3948303"/>
            <a:ext cx="2487168" cy="1188720"/>
          </a:xfrm>
          <a:prstGeom prst="roundRect">
            <a:avLst>
              <a:gd name="adj" fmla="val 10256"/>
            </a:avLst>
          </a:prstGeom>
          <a:solidFill>
            <a:srgbClr val="FDF2DC"/>
          </a:solidFill>
          <a:ln w="12700">
            <a:solidFill>
              <a:srgbClr val="666666"/>
            </a:solidFill>
            <a:prstDash val="solid"/>
          </a:ln>
          <a:effectLst/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A7759CE8-A4BD-9FE9-30BF-A5DD1EB3847B}"/>
              </a:ext>
            </a:extLst>
          </p:cNvPr>
          <p:cNvSpPr/>
          <p:nvPr/>
        </p:nvSpPr>
        <p:spPr>
          <a:xfrm>
            <a:off x="9208008" y="4222623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Newsvendor</a:t>
            </a:r>
            <a:endParaRPr lang="en-US" sz="1500" dirty="0">
              <a:solidFill>
                <a:srgbClr val="666666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6" name="Text 29">
            <a:extLst>
              <a:ext uri="{FF2B5EF4-FFF2-40B4-BE49-F238E27FC236}">
                <a16:creationId xmlns:a16="http://schemas.microsoft.com/office/drawing/2014/main" id="{23528E9F-8E67-5E8C-C4B0-64F0A21FB026}"/>
              </a:ext>
            </a:extLst>
          </p:cNvPr>
          <p:cNvSpPr/>
          <p:nvPr/>
        </p:nvSpPr>
        <p:spPr>
          <a:xfrm>
            <a:off x="9208008" y="4624959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5B61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agresividad según costos</a:t>
            </a: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7922597C-8C7D-7F51-A112-2C44E8656B1B}"/>
              </a:ext>
            </a:extLst>
          </p:cNvPr>
          <p:cNvSpPr/>
          <p:nvPr/>
        </p:nvSpPr>
        <p:spPr>
          <a:xfrm>
            <a:off x="713232" y="5502783"/>
            <a:ext cx="10881360" cy="667512"/>
          </a:xfrm>
          <a:prstGeom prst="roundRect">
            <a:avLst>
              <a:gd name="adj" fmla="val 1118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4FC17A9F-1CA5-4CAE-4346-FAF7B3CDA33D}"/>
              </a:ext>
            </a:extLst>
          </p:cNvPr>
          <p:cNvSpPr/>
          <p:nvPr/>
        </p:nvSpPr>
        <p:spPr>
          <a:xfrm>
            <a:off x="960120" y="5713095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Lectura responsable: </a:t>
            </a:r>
            <a:r>
              <a:rPr lang="en-US" sz="125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sin inventario histórico, el impacto económico se presenta como simulación de políticas de stock </a:t>
            </a:r>
            <a:r>
              <a:rPr lang="en-US" sz="125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objetivo</a:t>
            </a:r>
            <a:endParaRPr lang="en-US" sz="125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53F1FC0E-E0AE-A3D7-46AC-DA8761BDBBA4}"/>
              </a:ext>
            </a:extLst>
          </p:cNvPr>
          <p:cNvSpPr txBox="1"/>
          <p:nvPr/>
        </p:nvSpPr>
        <p:spPr>
          <a:xfrm>
            <a:off x="4878266" y="1448619"/>
            <a:ext cx="26791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50" b="0" i="0" cap="all" spc="225" dirty="0">
                <a:solidFill>
                  <a:srgbClr val="666666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MÉTRICAS DE EVALUACIÓN</a:t>
            </a:r>
            <a:endParaRPr lang="es-MX"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0255FEE7-4785-1272-B594-6E821462CC57}"/>
              </a:ext>
            </a:extLst>
          </p:cNvPr>
          <p:cNvCxnSpPr/>
          <p:nvPr/>
        </p:nvCxnSpPr>
        <p:spPr>
          <a:xfrm>
            <a:off x="7363712" y="1527721"/>
            <a:ext cx="54494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CFE0C86F-D5E1-B75A-A744-E49022CC3AFB}"/>
              </a:ext>
            </a:extLst>
          </p:cNvPr>
          <p:cNvCxnSpPr/>
          <p:nvPr/>
        </p:nvCxnSpPr>
        <p:spPr>
          <a:xfrm>
            <a:off x="4333321" y="1527721"/>
            <a:ext cx="54494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0" name="Gráfico 79" descr="Information contorno">
            <a:extLst>
              <a:ext uri="{FF2B5EF4-FFF2-40B4-BE49-F238E27FC236}">
                <a16:creationId xmlns:a16="http://schemas.microsoft.com/office/drawing/2014/main" id="{D1EA6DE7-4D51-FA35-568D-4B0746949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15" y="5588127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87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rgbClr val="FDF2DC"/>
            </a:gs>
            <a:gs pos="83000">
              <a:srgbClr val="FDF2DC"/>
            </a:gs>
            <a:gs pos="89902">
              <a:srgbClr val="FDF2DC"/>
            </a:gs>
            <a:gs pos="100000">
              <a:srgbClr val="FDF2DC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266DA-F060-666F-7A82-963BD90D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ángulo 64">
            <a:extLst>
              <a:ext uri="{FF2B5EF4-FFF2-40B4-BE49-F238E27FC236}">
                <a16:creationId xmlns:a16="http://schemas.microsoft.com/office/drawing/2014/main" id="{3E2FBF4C-4D0C-9593-386E-85F9BB82E524}"/>
              </a:ext>
            </a:extLst>
          </p:cNvPr>
          <p:cNvSpPr/>
          <p:nvPr/>
        </p:nvSpPr>
        <p:spPr>
          <a:xfrm>
            <a:off x="6537960" y="0"/>
            <a:ext cx="565403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74000">
                <a:srgbClr val="FDF2DC"/>
              </a:gs>
              <a:gs pos="83000">
                <a:srgbClr val="FDF2DC"/>
              </a:gs>
              <a:gs pos="89902">
                <a:srgbClr val="FDF2DC"/>
              </a:gs>
              <a:gs pos="100000">
                <a:srgbClr val="FDF2D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7AA0622F-0522-44C9-B69F-2A6437BF8D0D}"/>
              </a:ext>
            </a:extLst>
          </p:cNvPr>
          <p:cNvSpPr/>
          <p:nvPr/>
        </p:nvSpPr>
        <p:spPr>
          <a:xfrm>
            <a:off x="7239000" y="-485775"/>
            <a:ext cx="6648450" cy="8039100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EE8F034A-8EC9-F0BA-3296-1286D1C63422}"/>
              </a:ext>
            </a:extLst>
          </p:cNvPr>
          <p:cNvSpPr/>
          <p:nvPr/>
        </p:nvSpPr>
        <p:spPr>
          <a:xfrm>
            <a:off x="8128635" y="1440396"/>
            <a:ext cx="3264408" cy="3126486"/>
          </a:xfrm>
          <a:prstGeom prst="ellipse">
            <a:avLst/>
          </a:prstGeom>
          <a:solidFill>
            <a:srgbClr val="EDAA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A683F3B-35D7-25CE-B35D-2B193B2DD0F6}"/>
              </a:ext>
            </a:extLst>
          </p:cNvPr>
          <p:cNvCxnSpPr/>
          <p:nvPr/>
        </p:nvCxnSpPr>
        <p:spPr>
          <a:xfrm>
            <a:off x="1191491" y="369455"/>
            <a:ext cx="0" cy="591127"/>
          </a:xfrm>
          <a:prstGeom prst="line">
            <a:avLst/>
          </a:prstGeom>
          <a:ln w="44450">
            <a:solidFill>
              <a:srgbClr val="E5B6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1E5A688F-BB34-8F6A-D660-D06C5C6B845D}"/>
              </a:ext>
            </a:extLst>
          </p:cNvPr>
          <p:cNvSpPr txBox="1"/>
          <p:nvPr/>
        </p:nvSpPr>
        <p:spPr>
          <a:xfrm>
            <a:off x="1226174" y="332434"/>
            <a:ext cx="9785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72" panose="020B0503030000000003" pitchFamily="34" charset="0"/>
                <a:cs typeface="72" panose="020B0503030000000003" pitchFamily="34" charset="0"/>
              </a:rPr>
              <a:t>Conclusiones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71EEF4C-5EDF-C5D8-AADC-A06534A527A6}"/>
              </a:ext>
            </a:extLst>
          </p:cNvPr>
          <p:cNvSpPr txBox="1"/>
          <p:nvPr/>
        </p:nvSpPr>
        <p:spPr>
          <a:xfrm>
            <a:off x="1228435" y="986506"/>
            <a:ext cx="9287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0" i="0" dirty="0">
                <a:solidFill>
                  <a:srgbClr val="EDAA2D"/>
                </a:solidFill>
                <a:effectLst/>
                <a:latin typeface="Segoe UI" panose="020B0502040204020203" pitchFamily="34" charset="0"/>
              </a:rPr>
              <a:t>Una decisión más sólida que un </a:t>
            </a:r>
            <a:r>
              <a:rPr lang="es-MX" sz="1400" b="0" i="0" dirty="0" err="1">
                <a:solidFill>
                  <a:srgbClr val="EDAA2D"/>
                </a:solidFill>
                <a:effectLst/>
                <a:latin typeface="Segoe UI" panose="020B0502040204020203" pitchFamily="34" charset="0"/>
              </a:rPr>
              <a:t>forecast</a:t>
            </a:r>
            <a:r>
              <a:rPr lang="es-MX" sz="1400" b="0" i="0" dirty="0">
                <a:solidFill>
                  <a:srgbClr val="EDAA2D"/>
                </a:solidFill>
                <a:effectLst/>
                <a:latin typeface="Segoe UI" panose="020B0502040204020203" pitchFamily="34" charset="0"/>
              </a:rPr>
              <a:t> aislado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6A8A8279-B6A9-655C-4781-B500AD641815}"/>
              </a:ext>
            </a:extLst>
          </p:cNvPr>
          <p:cNvSpPr/>
          <p:nvPr/>
        </p:nvSpPr>
        <p:spPr>
          <a:xfrm>
            <a:off x="1218923" y="1901190"/>
            <a:ext cx="438912" cy="43891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>
              <a:latin typeface="72 Black" panose="020B0A04030603020204" pitchFamily="34" charset="0"/>
              <a:ea typeface="Sans Serif Collection" panose="020B0502040504020204" pitchFamily="34" charset="0"/>
              <a:cs typeface="72 Black" panose="020B0A04030603020204" pitchFamily="3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26D2467-2F1B-934E-1DB4-72D2A6B98902}"/>
              </a:ext>
            </a:extLst>
          </p:cNvPr>
          <p:cNvSpPr/>
          <p:nvPr/>
        </p:nvSpPr>
        <p:spPr>
          <a:xfrm>
            <a:off x="1228448" y="204901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72 Black" panose="020B0A04030603020204" pitchFamily="34" charset="0"/>
                <a:ea typeface="Sans Serif Collection" panose="020B0502040504020204" pitchFamily="34" charset="0"/>
                <a:cs typeface="72 Black" panose="020B0A04030603020204" pitchFamily="34" charset="0"/>
              </a:rPr>
              <a:t>1</a:t>
            </a:r>
            <a:endParaRPr lang="en-US" dirty="0">
              <a:latin typeface="72 Black" panose="020B0A04030603020204" pitchFamily="34" charset="0"/>
              <a:ea typeface="Sans Serif Collection" panose="020B0502040504020204" pitchFamily="34" charset="0"/>
              <a:cs typeface="72 Black" panose="020B0A04030603020204" pitchFamily="34" charset="0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4670F65F-5128-7B3F-346F-736F952E2839}"/>
              </a:ext>
            </a:extLst>
          </p:cNvPr>
          <p:cNvSpPr/>
          <p:nvPr/>
        </p:nvSpPr>
        <p:spPr>
          <a:xfrm>
            <a:off x="1859003" y="1911477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El baseline simple fue competitivo</a:t>
            </a:r>
            <a:endParaRPr lang="en-US" sz="1500" dirty="0">
              <a:solidFill>
                <a:srgbClr val="666666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6AD197EA-143A-6C58-32D4-9A4CA50608C3}"/>
              </a:ext>
            </a:extLst>
          </p:cNvPr>
          <p:cNvSpPr/>
          <p:nvPr/>
        </p:nvSpPr>
        <p:spPr>
          <a:xfrm>
            <a:off x="1859003" y="2286381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8F8E8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Media móvil 4 logró el menor WAPE puntual.</a:t>
            </a: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A14F79A1-9D71-92EA-2119-3CEFFC1652CE}"/>
              </a:ext>
            </a:extLst>
          </p:cNvPr>
          <p:cNvSpPr/>
          <p:nvPr/>
        </p:nvSpPr>
        <p:spPr>
          <a:xfrm>
            <a:off x="1218923" y="2795778"/>
            <a:ext cx="438912" cy="438912"/>
          </a:xfrm>
          <a:prstGeom prst="ellipse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B3CF06C-0EA6-6ADE-ECEB-D481831794A5}"/>
              </a:ext>
            </a:extLst>
          </p:cNvPr>
          <p:cNvSpPr/>
          <p:nvPr/>
        </p:nvSpPr>
        <p:spPr>
          <a:xfrm>
            <a:off x="1218923" y="2953131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72 Black" panose="020B0A04030603020204" pitchFamily="34" charset="0"/>
                <a:ea typeface="Sans Serif Collection" panose="020B0502040504020204" pitchFamily="34" charset="0"/>
                <a:cs typeface="72 Black" panose="020B0A04030603020204" pitchFamily="34" charset="0"/>
              </a:rPr>
              <a:t>2</a:t>
            </a:r>
            <a:endParaRPr lang="en-US" dirty="0">
              <a:latin typeface="72 Black" panose="020B0A04030603020204" pitchFamily="34" charset="0"/>
              <a:ea typeface="Sans Serif Collection" panose="020B0502040504020204" pitchFamily="34" charset="0"/>
              <a:cs typeface="72 Black" panose="020B0A04030603020204" pitchFamily="34" charset="0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D61D3867-BB97-6440-BE79-637DF4CECA05}"/>
              </a:ext>
            </a:extLst>
          </p:cNvPr>
          <p:cNvSpPr/>
          <p:nvPr/>
        </p:nvSpPr>
        <p:spPr>
          <a:xfrm>
            <a:off x="1859003" y="2844165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CatBoost habilitó la optimización</a:t>
            </a:r>
            <a:endParaRPr lang="en-US" sz="1500" dirty="0">
              <a:solidFill>
                <a:srgbClr val="666666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5E11859A-F68F-8717-5097-AB74380C0AF3}"/>
              </a:ext>
            </a:extLst>
          </p:cNvPr>
          <p:cNvSpPr/>
          <p:nvPr/>
        </p:nvSpPr>
        <p:spPr>
          <a:xfrm>
            <a:off x="1859003" y="3219069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8F8E8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P10, P50 y P90 permiten decisiones diferenciadas por costo.</a:t>
            </a: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DFF10153-6881-C7D0-5733-AA73D0A53A89}"/>
              </a:ext>
            </a:extLst>
          </p:cNvPr>
          <p:cNvSpPr/>
          <p:nvPr/>
        </p:nvSpPr>
        <p:spPr>
          <a:xfrm>
            <a:off x="1218923" y="3728466"/>
            <a:ext cx="438912" cy="438912"/>
          </a:xfrm>
          <a:prstGeom prst="ellipse">
            <a:avLst/>
          </a:prstGeom>
          <a:solidFill>
            <a:srgbClr val="8F8E8C"/>
          </a:solidFill>
          <a:ln w="12700">
            <a:solidFill>
              <a:srgbClr val="8F8E8C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B6100BCB-C637-B60D-C3BB-BAE48E6F8AAE}"/>
              </a:ext>
            </a:extLst>
          </p:cNvPr>
          <p:cNvSpPr/>
          <p:nvPr/>
        </p:nvSpPr>
        <p:spPr>
          <a:xfrm>
            <a:off x="1218923" y="3885819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72 Black" panose="020B0A04030603020204" pitchFamily="34" charset="0"/>
                <a:ea typeface="Sans Serif Collection" panose="020B0502040504020204" pitchFamily="34" charset="0"/>
                <a:cs typeface="72 Black" panose="020B0A04030603020204" pitchFamily="34" charset="0"/>
              </a:rPr>
              <a:t>3</a:t>
            </a:r>
            <a:endParaRPr lang="en-US" dirty="0">
              <a:latin typeface="72 Black" panose="020B0A04030603020204" pitchFamily="34" charset="0"/>
              <a:ea typeface="Sans Serif Collection" panose="020B0502040504020204" pitchFamily="34" charset="0"/>
              <a:cs typeface="72 Black" panose="020B0A04030603020204" pitchFamily="34" charset="0"/>
            </a:endParaRPr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6E48FC82-9474-1B35-E256-048E4C42612D}"/>
              </a:ext>
            </a:extLst>
          </p:cNvPr>
          <p:cNvSpPr/>
          <p:nvPr/>
        </p:nvSpPr>
        <p:spPr>
          <a:xfrm>
            <a:off x="1859003" y="3776853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El pipeline quedó reproducible</a:t>
            </a:r>
            <a:endParaRPr lang="en-US" sz="1500" dirty="0">
              <a:solidFill>
                <a:srgbClr val="666666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0ECC2F9B-5F61-7B81-5852-D00A0A863545}"/>
              </a:ext>
            </a:extLst>
          </p:cNvPr>
          <p:cNvSpPr/>
          <p:nvPr/>
        </p:nvSpPr>
        <p:spPr>
          <a:xfrm>
            <a:off x="1859003" y="415175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8F8E8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Modelos .cbm, configuración JSON, main.py y outputs trazables.</a:t>
            </a:r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752000E4-477B-A7AE-14E8-25E81A6F1EAF}"/>
              </a:ext>
            </a:extLst>
          </p:cNvPr>
          <p:cNvSpPr/>
          <p:nvPr/>
        </p:nvSpPr>
        <p:spPr>
          <a:xfrm>
            <a:off x="1191491" y="4708779"/>
            <a:ext cx="4828307" cy="603504"/>
          </a:xfrm>
          <a:prstGeom prst="roundRect">
            <a:avLst>
              <a:gd name="adj" fmla="val 15531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MX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16B918E2-25E6-B783-23D7-DDE605366A74}"/>
              </a:ext>
            </a:extLst>
          </p:cNvPr>
          <p:cNvSpPr/>
          <p:nvPr/>
        </p:nvSpPr>
        <p:spPr>
          <a:xfrm>
            <a:off x="1859003" y="4923608"/>
            <a:ext cx="39131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EFEFE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Próximo paso: </a:t>
            </a:r>
            <a:r>
              <a:rPr lang="en-US" sz="1220" dirty="0">
                <a:solidFill>
                  <a:srgbClr val="EFEFE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incorporar inventario histórico, lead time, promociones y </a:t>
            </a:r>
            <a:r>
              <a:rPr lang="en-US" sz="1220" dirty="0" err="1">
                <a:solidFill>
                  <a:srgbClr val="EFEFE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restricciones</a:t>
            </a:r>
            <a:r>
              <a:rPr lang="en-US" sz="1220" dirty="0">
                <a:solidFill>
                  <a:srgbClr val="EFEFE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220" dirty="0" err="1">
                <a:solidFill>
                  <a:srgbClr val="EFEFE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operativas</a:t>
            </a:r>
            <a:endParaRPr lang="en-US" sz="1220" dirty="0">
              <a:solidFill>
                <a:srgbClr val="EFEFE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62" name="Gráfico 61" descr="End con relleno sólido">
            <a:extLst>
              <a:ext uri="{FF2B5EF4-FFF2-40B4-BE49-F238E27FC236}">
                <a16:creationId xmlns:a16="http://schemas.microsoft.com/office/drawing/2014/main" id="{863AB565-81F9-529C-506A-14B60A36B0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1703" y="4761957"/>
            <a:ext cx="424760" cy="424760"/>
          </a:xfrm>
          <a:prstGeom prst="rect">
            <a:avLst/>
          </a:prstGeom>
        </p:spPr>
      </p:pic>
      <p:pic>
        <p:nvPicPr>
          <p:cNvPr id="73" name="Imagen 72" descr="TOSTAO' Café y Pan">
            <a:extLst>
              <a:ext uri="{FF2B5EF4-FFF2-40B4-BE49-F238E27FC236}">
                <a16:creationId xmlns:a16="http://schemas.microsoft.com/office/drawing/2014/main" id="{32F2E029-2228-B935-8D11-6CB8729A4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610" y="960582"/>
            <a:ext cx="2943225" cy="3933825"/>
          </a:xfrm>
          <a:prstGeom prst="rect">
            <a:avLst/>
          </a:prstGeom>
        </p:spPr>
      </p:pic>
      <p:pic>
        <p:nvPicPr>
          <p:cNvPr id="81" name="Imagen 80" descr="Tostao Cafe y Pan">
            <a:extLst>
              <a:ext uri="{FF2B5EF4-FFF2-40B4-BE49-F238E27FC236}">
                <a16:creationId xmlns:a16="http://schemas.microsoft.com/office/drawing/2014/main" id="{987284E6-4C73-71E9-B50D-0092026CF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670" y="4929529"/>
            <a:ext cx="1727210" cy="54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633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739</Words>
  <Application>Microsoft Office PowerPoint</Application>
  <PresentationFormat>Panorámica</PresentationFormat>
  <Paragraphs>179</Paragraphs>
  <Slides>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72</vt:lpstr>
      <vt:lpstr>72 Black</vt:lpstr>
      <vt:lpstr>Aptos</vt:lpstr>
      <vt:lpstr>Aptos Display</vt:lpstr>
      <vt:lpstr>Arial</vt:lpstr>
      <vt:lpstr>Sans Serif Collection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CASTIBLANCO</dc:creator>
  <cp:lastModifiedBy>DAVID CASTIBLANCO</cp:lastModifiedBy>
  <cp:revision>1</cp:revision>
  <dcterms:created xsi:type="dcterms:W3CDTF">2026-07-23T14:44:46Z</dcterms:created>
  <dcterms:modified xsi:type="dcterms:W3CDTF">2026-07-24T07:11:02Z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104b14-b53d-46de-9ae8-975cc0e84815_Name">
    <vt:lpwstr>ABI_MIP_InternalUseOnly</vt:lpwstr>
  </property>
  <property fmtid="{D5CDD505-2E9C-101B-9397-08002B2CF9AE}" pid="3" name="MSIP_Label_68104b14-b53d-46de-9ae8-975cc0e84815_Tag">
    <vt:lpwstr>10, 3, 0, 2</vt:lpwstr>
  </property>
  <property fmtid="{D5CDD505-2E9C-101B-9397-08002B2CF9AE}" pid="4" name="MSIP_Label_68104b14-b53d-46de-9ae8-975cc0e84815_ActionId">
    <vt:lpwstr>c9204b36-c7ce-45c5-a53a-dda121f2589a</vt:lpwstr>
  </property>
  <property fmtid="{D5CDD505-2E9C-101B-9397-08002B2CF9AE}" pid="5" name="MSIP_Label_68104b14-b53d-46de-9ae8-975cc0e84815_ContentBits">
    <vt:lpwstr>0</vt:lpwstr>
  </property>
  <property fmtid="{D5CDD505-2E9C-101B-9397-08002B2CF9AE}" pid="6" name="MSIP_Label_68104b14-b53d-46de-9ae8-975cc0e84815_Enabled">
    <vt:lpwstr>true</vt:lpwstr>
  </property>
  <property fmtid="{D5CDD505-2E9C-101B-9397-08002B2CF9AE}" pid="7" name="MSIP_Label_68104b14-b53d-46de-9ae8-975cc0e84815_SiteId">
    <vt:lpwstr>cef04b19-7776-4a94-b89b-375c77a8f936</vt:lpwstr>
  </property>
  <property fmtid="{D5CDD505-2E9C-101B-9397-08002B2CF9AE}" pid="8" name="MSIP_Label_68104b14-b53d-46de-9ae8-975cc0e84815_SetDate">
    <vt:lpwstr>2026-07-23T18:11:38Z</vt:lpwstr>
  </property>
  <property fmtid="{D5CDD505-2E9C-101B-9397-08002B2CF9AE}" pid="9" name="MSIP_Label_68104b14-b53d-46de-9ae8-975cc0e84815_Method">
    <vt:lpwstr>Standard</vt:lpwstr>
  </property>
</Properties>
</file>